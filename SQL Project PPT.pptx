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4" r:id="rId4"/>
    <p:sldId id="282" r:id="rId5"/>
    <p:sldId id="283" r:id="rId6"/>
    <p:sldId id="275" r:id="rId7"/>
    <p:sldId id="273" r:id="rId8"/>
    <p:sldId id="272" r:id="rId9"/>
    <p:sldId id="284" r:id="rId10"/>
    <p:sldId id="271" r:id="rId11"/>
    <p:sldId id="270" r:id="rId12"/>
    <p:sldId id="268" r:id="rId13"/>
    <p:sldId id="266" r:id="rId14"/>
    <p:sldId id="265" r:id="rId15"/>
    <p:sldId id="264" r:id="rId16"/>
    <p:sldId id="263" r:id="rId17"/>
    <p:sldId id="262" r:id="rId18"/>
    <p:sldId id="260" r:id="rId19"/>
    <p:sldId id="259" r:id="rId20"/>
    <p:sldId id="276" r:id="rId21"/>
    <p:sldId id="277" r:id="rId22"/>
    <p:sldId id="280" r:id="rId23"/>
    <p:sldId id="285" r:id="rId24"/>
    <p:sldId id="281" r:id="rId25"/>
    <p:sldId id="279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BAD5C9-4337-4A17-94A9-69A061459F9A}" v="46" dt="2026-02-13T09:11:27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th Kota" userId="823b69a2e97e9c39" providerId="LiveId" clId="{AF0228AB-C00E-4F2E-843A-623FED3C4A2A}"/>
    <pc:docChg chg="undo custSel addSld delSld modSld sldOrd">
      <pc:chgData name="Hemanth Kota" userId="823b69a2e97e9c39" providerId="LiveId" clId="{AF0228AB-C00E-4F2E-843A-623FED3C4A2A}" dt="2026-02-13T09:19:10.842" v="1409" actId="1076"/>
      <pc:docMkLst>
        <pc:docMk/>
      </pc:docMkLst>
      <pc:sldChg chg="del">
        <pc:chgData name="Hemanth Kota" userId="823b69a2e97e9c39" providerId="LiveId" clId="{AF0228AB-C00E-4F2E-843A-623FED3C4A2A}" dt="2026-02-13T05:20:33.482" v="0" actId="2696"/>
        <pc:sldMkLst>
          <pc:docMk/>
          <pc:sldMk cId="2203548786" sldId="257"/>
        </pc:sldMkLst>
      </pc:sldChg>
      <pc:sldChg chg="modSp mod">
        <pc:chgData name="Hemanth Kota" userId="823b69a2e97e9c39" providerId="LiveId" clId="{AF0228AB-C00E-4F2E-843A-623FED3C4A2A}" dt="2026-02-13T05:53:34.578" v="761" actId="20577"/>
        <pc:sldMkLst>
          <pc:docMk/>
          <pc:sldMk cId="1564342499" sldId="258"/>
        </pc:sldMkLst>
        <pc:spChg chg="mod">
          <ac:chgData name="Hemanth Kota" userId="823b69a2e97e9c39" providerId="LiveId" clId="{AF0228AB-C00E-4F2E-843A-623FED3C4A2A}" dt="2026-02-13T05:53:34.578" v="761" actId="20577"/>
          <ac:spMkLst>
            <pc:docMk/>
            <pc:sldMk cId="1564342499" sldId="258"/>
            <ac:spMk id="5" creationId="{FADEEFB0-DAD8-C61B-E15D-E0E1AF23795D}"/>
          </ac:spMkLst>
        </pc:spChg>
      </pc:sldChg>
      <pc:sldChg chg="delSp modSp mod">
        <pc:chgData name="Hemanth Kota" userId="823b69a2e97e9c39" providerId="LiveId" clId="{AF0228AB-C00E-4F2E-843A-623FED3C4A2A}" dt="2026-02-13T09:18:31.326" v="1407" actId="1076"/>
        <pc:sldMkLst>
          <pc:docMk/>
          <pc:sldMk cId="3745345242" sldId="260"/>
        </pc:sldMkLst>
        <pc:spChg chg="del mod">
          <ac:chgData name="Hemanth Kota" userId="823b69a2e97e9c39" providerId="LiveId" clId="{AF0228AB-C00E-4F2E-843A-623FED3C4A2A}" dt="2026-02-13T09:08:34.357" v="1287"/>
          <ac:spMkLst>
            <pc:docMk/>
            <pc:sldMk cId="3745345242" sldId="260"/>
            <ac:spMk id="4" creationId="{B72B21D4-7918-6071-314F-C8B6D9715FE0}"/>
          </ac:spMkLst>
        </pc:spChg>
        <pc:spChg chg="del mod">
          <ac:chgData name="Hemanth Kota" userId="823b69a2e97e9c39" providerId="LiveId" clId="{AF0228AB-C00E-4F2E-843A-623FED3C4A2A}" dt="2026-02-13T09:08:43.958" v="1330" actId="478"/>
          <ac:spMkLst>
            <pc:docMk/>
            <pc:sldMk cId="3745345242" sldId="260"/>
            <ac:spMk id="6" creationId="{4C82CE12-061F-B390-6ED3-6185352B305E}"/>
          </ac:spMkLst>
        </pc:spChg>
        <pc:spChg chg="del mod">
          <ac:chgData name="Hemanth Kota" userId="823b69a2e97e9c39" providerId="LiveId" clId="{AF0228AB-C00E-4F2E-843A-623FED3C4A2A}" dt="2026-02-13T09:08:29.067" v="1278" actId="478"/>
          <ac:spMkLst>
            <pc:docMk/>
            <pc:sldMk cId="3745345242" sldId="260"/>
            <ac:spMk id="7" creationId="{0FE96FC9-8D91-43D3-97F8-1FFCCC825F7E}"/>
          </ac:spMkLst>
        </pc:spChg>
        <pc:spChg chg="mod">
          <ac:chgData name="Hemanth Kota" userId="823b69a2e97e9c39" providerId="LiveId" clId="{AF0228AB-C00E-4F2E-843A-623FED3C4A2A}" dt="2026-02-13T09:17:34.843" v="1401" actId="1076"/>
          <ac:spMkLst>
            <pc:docMk/>
            <pc:sldMk cId="3745345242" sldId="260"/>
            <ac:spMk id="9" creationId="{D2CB5C6B-1319-2000-C7AA-02AA85F2B1FE}"/>
          </ac:spMkLst>
        </pc:spChg>
        <pc:spChg chg="mod">
          <ac:chgData name="Hemanth Kota" userId="823b69a2e97e9c39" providerId="LiveId" clId="{AF0228AB-C00E-4F2E-843A-623FED3C4A2A}" dt="2026-02-13T09:17:43.085" v="1402" actId="1076"/>
          <ac:spMkLst>
            <pc:docMk/>
            <pc:sldMk cId="3745345242" sldId="260"/>
            <ac:spMk id="10" creationId="{34CEB11C-3DB1-88A2-405C-E7E005EFEF10}"/>
          </ac:spMkLst>
        </pc:spChg>
        <pc:spChg chg="mod">
          <ac:chgData name="Hemanth Kota" userId="823b69a2e97e9c39" providerId="LiveId" clId="{AF0228AB-C00E-4F2E-843A-623FED3C4A2A}" dt="2026-02-13T09:18:00.719" v="1404" actId="1076"/>
          <ac:spMkLst>
            <pc:docMk/>
            <pc:sldMk cId="3745345242" sldId="260"/>
            <ac:spMk id="12" creationId="{F2D70555-AF97-DDF8-BAB1-7B48D4A1D3FA}"/>
          </ac:spMkLst>
        </pc:spChg>
        <pc:picChg chg="del">
          <ac:chgData name="Hemanth Kota" userId="823b69a2e97e9c39" providerId="LiveId" clId="{AF0228AB-C00E-4F2E-843A-623FED3C4A2A}" dt="2026-02-13T09:08:19.061" v="1268" actId="478"/>
          <ac:picMkLst>
            <pc:docMk/>
            <pc:sldMk cId="3745345242" sldId="260"/>
            <ac:picMk id="5" creationId="{6A242BE6-22CF-5B31-1730-809E9B0688D0}"/>
          </ac:picMkLst>
        </pc:picChg>
        <pc:picChg chg="del">
          <ac:chgData name="Hemanth Kota" userId="823b69a2e97e9c39" providerId="LiveId" clId="{AF0228AB-C00E-4F2E-843A-623FED3C4A2A}" dt="2026-02-13T09:08:21.868" v="1269" actId="478"/>
          <ac:picMkLst>
            <pc:docMk/>
            <pc:sldMk cId="3745345242" sldId="260"/>
            <ac:picMk id="8" creationId="{4BA6D1BA-7E07-181A-FFD7-E0CAAA3050A7}"/>
          </ac:picMkLst>
        </pc:picChg>
        <pc:picChg chg="mod">
          <ac:chgData name="Hemanth Kota" userId="823b69a2e97e9c39" providerId="LiveId" clId="{AF0228AB-C00E-4F2E-843A-623FED3C4A2A}" dt="2026-02-13T09:18:31.326" v="1407" actId="1076"/>
          <ac:picMkLst>
            <pc:docMk/>
            <pc:sldMk cId="3745345242" sldId="260"/>
            <ac:picMk id="11" creationId="{E159F8D3-C58D-A970-190C-BD6C7F5D97E1}"/>
          </ac:picMkLst>
        </pc:picChg>
        <pc:picChg chg="mod">
          <ac:chgData name="Hemanth Kota" userId="823b69a2e97e9c39" providerId="LiveId" clId="{AF0228AB-C00E-4F2E-843A-623FED3C4A2A}" dt="2026-02-13T09:18:24.738" v="1406" actId="1076"/>
          <ac:picMkLst>
            <pc:docMk/>
            <pc:sldMk cId="3745345242" sldId="260"/>
            <ac:picMk id="13" creationId="{5080BF35-2D4D-3921-A7AC-2839A0C90269}"/>
          </ac:picMkLst>
        </pc:picChg>
      </pc:sldChg>
      <pc:sldChg chg="delSp modSp mod">
        <pc:chgData name="Hemanth Kota" userId="823b69a2e97e9c39" providerId="LiveId" clId="{AF0228AB-C00E-4F2E-843A-623FED3C4A2A}" dt="2026-02-13T09:16:14.079" v="1392" actId="1076"/>
        <pc:sldMkLst>
          <pc:docMk/>
          <pc:sldMk cId="4140466031" sldId="263"/>
        </pc:sldMkLst>
        <pc:spChg chg="del mod">
          <ac:chgData name="Hemanth Kota" userId="823b69a2e97e9c39" providerId="LiveId" clId="{AF0228AB-C00E-4F2E-843A-623FED3C4A2A}" dt="2026-02-13T09:07:58.429" v="1250" actId="478"/>
          <ac:spMkLst>
            <pc:docMk/>
            <pc:sldMk cId="4140466031" sldId="263"/>
            <ac:spMk id="4" creationId="{A67EA5C4-9714-D746-AB2E-14D252F813B5}"/>
          </ac:spMkLst>
        </pc:spChg>
        <pc:spChg chg="del mod">
          <ac:chgData name="Hemanth Kota" userId="823b69a2e97e9c39" providerId="LiveId" clId="{AF0228AB-C00E-4F2E-843A-623FED3C4A2A}" dt="2026-02-13T09:08:04.210" v="1258" actId="478"/>
          <ac:spMkLst>
            <pc:docMk/>
            <pc:sldMk cId="4140466031" sldId="263"/>
            <ac:spMk id="5" creationId="{38562596-8E85-5210-84EB-CB0BC070EA48}"/>
          </ac:spMkLst>
        </pc:spChg>
        <pc:spChg chg="del mod">
          <ac:chgData name="Hemanth Kota" userId="823b69a2e97e9c39" providerId="LiveId" clId="{AF0228AB-C00E-4F2E-843A-623FED3C4A2A}" dt="2026-02-13T09:08:11.435" v="1267" actId="478"/>
          <ac:spMkLst>
            <pc:docMk/>
            <pc:sldMk cId="4140466031" sldId="263"/>
            <ac:spMk id="7" creationId="{3F94AAB0-A4B9-2FA9-727D-53A780CE5529}"/>
          </ac:spMkLst>
        </pc:spChg>
        <pc:spChg chg="mod">
          <ac:chgData name="Hemanth Kota" userId="823b69a2e97e9c39" providerId="LiveId" clId="{AF0228AB-C00E-4F2E-843A-623FED3C4A2A}" dt="2026-02-13T09:15:15.066" v="1384" actId="1076"/>
          <ac:spMkLst>
            <pc:docMk/>
            <pc:sldMk cId="4140466031" sldId="263"/>
            <ac:spMk id="9" creationId="{17ADE41B-B7FF-4ECB-0EB5-D36DF5F2FB26}"/>
          </ac:spMkLst>
        </pc:spChg>
        <pc:spChg chg="mod">
          <ac:chgData name="Hemanth Kota" userId="823b69a2e97e9c39" providerId="LiveId" clId="{AF0228AB-C00E-4F2E-843A-623FED3C4A2A}" dt="2026-02-13T09:16:14.079" v="1392" actId="1076"/>
          <ac:spMkLst>
            <pc:docMk/>
            <pc:sldMk cId="4140466031" sldId="263"/>
            <ac:spMk id="10" creationId="{CA4412F4-44CC-9769-4133-19912B83300F}"/>
          </ac:spMkLst>
        </pc:spChg>
        <pc:spChg chg="mod">
          <ac:chgData name="Hemanth Kota" userId="823b69a2e97e9c39" providerId="LiveId" clId="{AF0228AB-C00E-4F2E-843A-623FED3C4A2A}" dt="2026-02-13T09:16:04.511" v="1390" actId="1076"/>
          <ac:spMkLst>
            <pc:docMk/>
            <pc:sldMk cId="4140466031" sldId="263"/>
            <ac:spMk id="12" creationId="{0157A93F-549D-CB0F-6DDC-2C9017F1547B}"/>
          </ac:spMkLst>
        </pc:spChg>
        <pc:picChg chg="del">
          <ac:chgData name="Hemanth Kota" userId="823b69a2e97e9c39" providerId="LiveId" clId="{AF0228AB-C00E-4F2E-843A-623FED3C4A2A}" dt="2026-02-13T09:07:42.335" v="1202" actId="478"/>
          <ac:picMkLst>
            <pc:docMk/>
            <pc:sldMk cId="4140466031" sldId="263"/>
            <ac:picMk id="6" creationId="{2D5A3818-BA34-CB5E-4C30-2216A718159B}"/>
          </ac:picMkLst>
        </pc:picChg>
        <pc:picChg chg="del">
          <ac:chgData name="Hemanth Kota" userId="823b69a2e97e9c39" providerId="LiveId" clId="{AF0228AB-C00E-4F2E-843A-623FED3C4A2A}" dt="2026-02-13T09:07:44.308" v="1203" actId="478"/>
          <ac:picMkLst>
            <pc:docMk/>
            <pc:sldMk cId="4140466031" sldId="263"/>
            <ac:picMk id="8" creationId="{A0578E05-391F-D74D-A61C-EFD92703F8A5}"/>
          </ac:picMkLst>
        </pc:picChg>
        <pc:picChg chg="mod">
          <ac:chgData name="Hemanth Kota" userId="823b69a2e97e9c39" providerId="LiveId" clId="{AF0228AB-C00E-4F2E-843A-623FED3C4A2A}" dt="2026-02-13T09:16:08.643" v="1391" actId="1076"/>
          <ac:picMkLst>
            <pc:docMk/>
            <pc:sldMk cId="4140466031" sldId="263"/>
            <ac:picMk id="11" creationId="{1F09B727-5B6F-C6C7-1764-EBBB2CCA5C88}"/>
          </ac:picMkLst>
        </pc:picChg>
        <pc:picChg chg="mod">
          <ac:chgData name="Hemanth Kota" userId="823b69a2e97e9c39" providerId="LiveId" clId="{AF0228AB-C00E-4F2E-843A-623FED3C4A2A}" dt="2026-02-13T09:15:59.258" v="1389" actId="1076"/>
          <ac:picMkLst>
            <pc:docMk/>
            <pc:sldMk cId="4140466031" sldId="263"/>
            <ac:picMk id="13" creationId="{DFFB373A-43CA-F3DF-7F49-3A9BFCD2F80D}"/>
          </ac:picMkLst>
        </pc:picChg>
      </pc:sldChg>
      <pc:sldChg chg="delSp modSp mod">
        <pc:chgData name="Hemanth Kota" userId="823b69a2e97e9c39" providerId="LiveId" clId="{AF0228AB-C00E-4F2E-843A-623FED3C4A2A}" dt="2026-02-13T09:19:10.842" v="1409" actId="1076"/>
        <pc:sldMkLst>
          <pc:docMk/>
          <pc:sldMk cId="1913179197" sldId="268"/>
        </pc:sldMkLst>
        <pc:spChg chg="del mod">
          <ac:chgData name="Hemanth Kota" userId="823b69a2e97e9c39" providerId="LiveId" clId="{AF0228AB-C00E-4F2E-843A-623FED3C4A2A}" dt="2026-02-13T09:07:06.664" v="1201" actId="478"/>
          <ac:spMkLst>
            <pc:docMk/>
            <pc:sldMk cId="1913179197" sldId="268"/>
            <ac:spMk id="4" creationId="{259BC156-4674-A758-EA8E-E3DCC655C474}"/>
          </ac:spMkLst>
        </pc:spChg>
        <pc:spChg chg="mod">
          <ac:chgData name="Hemanth Kota" userId="823b69a2e97e9c39" providerId="LiveId" clId="{AF0228AB-C00E-4F2E-843A-623FED3C4A2A}" dt="2026-02-13T09:14:25.757" v="1379" actId="1076"/>
          <ac:spMkLst>
            <pc:docMk/>
            <pc:sldMk cId="1913179197" sldId="268"/>
            <ac:spMk id="5" creationId="{4333B1CD-9B9A-FEEA-9A22-1AE1D1BE062C}"/>
          </ac:spMkLst>
        </pc:spChg>
        <pc:spChg chg="mod">
          <ac:chgData name="Hemanth Kota" userId="823b69a2e97e9c39" providerId="LiveId" clId="{AF0228AB-C00E-4F2E-843A-623FED3C4A2A}" dt="2026-02-13T09:14:32.796" v="1380" actId="1076"/>
          <ac:spMkLst>
            <pc:docMk/>
            <pc:sldMk cId="1913179197" sldId="268"/>
            <ac:spMk id="10" creationId="{76019946-DC86-D649-AF7B-3D4BFF187F3F}"/>
          </ac:spMkLst>
        </pc:spChg>
        <pc:spChg chg="mod">
          <ac:chgData name="Hemanth Kota" userId="823b69a2e97e9c39" providerId="LiveId" clId="{AF0228AB-C00E-4F2E-843A-623FED3C4A2A}" dt="2026-02-13T09:14:46.358" v="1382" actId="1076"/>
          <ac:spMkLst>
            <pc:docMk/>
            <pc:sldMk cId="1913179197" sldId="268"/>
            <ac:spMk id="13" creationId="{1AA86EE0-A63D-DFD9-A4E4-9E2745F3F2F9}"/>
          </ac:spMkLst>
        </pc:spChg>
        <pc:spChg chg="del mod">
          <ac:chgData name="Hemanth Kota" userId="823b69a2e97e9c39" providerId="LiveId" clId="{AF0228AB-C00E-4F2E-843A-623FED3C4A2A}" dt="2026-02-13T09:06:57.838" v="1198" actId="478"/>
          <ac:spMkLst>
            <pc:docMk/>
            <pc:sldMk cId="1913179197" sldId="268"/>
            <ac:spMk id="14" creationId="{7272FC89-E8E0-B9D0-02BE-E191B0B43213}"/>
          </ac:spMkLst>
        </pc:spChg>
        <pc:spChg chg="del mod">
          <ac:chgData name="Hemanth Kota" userId="823b69a2e97e9c39" providerId="LiveId" clId="{AF0228AB-C00E-4F2E-843A-623FED3C4A2A}" dt="2026-02-13T09:06:51.822" v="1190"/>
          <ac:spMkLst>
            <pc:docMk/>
            <pc:sldMk cId="1913179197" sldId="268"/>
            <ac:spMk id="15" creationId="{138509D4-5776-3683-BFB1-BE150FF03B9C}"/>
          </ac:spMkLst>
        </pc:spChg>
        <pc:picChg chg="del mod">
          <ac:chgData name="Hemanth Kota" userId="823b69a2e97e9c39" providerId="LiveId" clId="{AF0228AB-C00E-4F2E-843A-623FED3C4A2A}" dt="2026-02-13T09:06:38.289" v="1180" actId="478"/>
          <ac:picMkLst>
            <pc:docMk/>
            <pc:sldMk cId="1913179197" sldId="268"/>
            <ac:picMk id="6" creationId="{82EA528F-69AE-C880-1818-FFD68D46661B}"/>
          </ac:picMkLst>
        </pc:picChg>
        <pc:picChg chg="mod">
          <ac:chgData name="Hemanth Kota" userId="823b69a2e97e9c39" providerId="LiveId" clId="{AF0228AB-C00E-4F2E-843A-623FED3C4A2A}" dt="2026-02-13T09:19:03.975" v="1408" actId="1076"/>
          <ac:picMkLst>
            <pc:docMk/>
            <pc:sldMk cId="1913179197" sldId="268"/>
            <ac:picMk id="7" creationId="{7844AAD9-5B7B-3BC3-F106-820C90F38AFE}"/>
          </ac:picMkLst>
        </pc:picChg>
        <pc:picChg chg="del">
          <ac:chgData name="Hemanth Kota" userId="823b69a2e97e9c39" providerId="LiveId" clId="{AF0228AB-C00E-4F2E-843A-623FED3C4A2A}" dt="2026-02-13T09:06:36.004" v="1178" actId="478"/>
          <ac:picMkLst>
            <pc:docMk/>
            <pc:sldMk cId="1913179197" sldId="268"/>
            <ac:picMk id="8" creationId="{4BA9F357-8826-7DB7-C213-BBA58487AF22}"/>
          </ac:picMkLst>
        </pc:picChg>
        <pc:picChg chg="mod">
          <ac:chgData name="Hemanth Kota" userId="823b69a2e97e9c39" providerId="LiveId" clId="{AF0228AB-C00E-4F2E-843A-623FED3C4A2A}" dt="2026-02-13T09:19:10.842" v="1409" actId="1076"/>
          <ac:picMkLst>
            <pc:docMk/>
            <pc:sldMk cId="1913179197" sldId="268"/>
            <ac:picMk id="11" creationId="{C652D97B-6C45-19C6-C66C-46C42C2C296F}"/>
          </ac:picMkLst>
        </pc:picChg>
      </pc:sldChg>
      <pc:sldChg chg="addSp delSp modSp mod">
        <pc:chgData name="Hemanth Kota" userId="823b69a2e97e9c39" providerId="LiveId" clId="{AF0228AB-C00E-4F2E-843A-623FED3C4A2A}" dt="2026-02-13T09:12:12.534" v="1370" actId="20577"/>
        <pc:sldMkLst>
          <pc:docMk/>
          <pc:sldMk cId="820395824" sldId="272"/>
        </pc:sldMkLst>
        <pc:spChg chg="del mod">
          <ac:chgData name="Hemanth Kota" userId="823b69a2e97e9c39" providerId="LiveId" clId="{AF0228AB-C00E-4F2E-843A-623FED3C4A2A}" dt="2026-02-13T05:45:10.072" v="602" actId="478"/>
          <ac:spMkLst>
            <pc:docMk/>
            <pc:sldMk cId="820395824" sldId="272"/>
            <ac:spMk id="3" creationId="{0025BDFE-D034-F863-C0C2-64964F2A9A4D}"/>
          </ac:spMkLst>
        </pc:spChg>
        <pc:spChg chg="mod">
          <ac:chgData name="Hemanth Kota" userId="823b69a2e97e9c39" providerId="LiveId" clId="{AF0228AB-C00E-4F2E-843A-623FED3C4A2A}" dt="2026-02-13T09:12:12.534" v="1370" actId="20577"/>
          <ac:spMkLst>
            <pc:docMk/>
            <pc:sldMk cId="820395824" sldId="272"/>
            <ac:spMk id="4" creationId="{32880A31-2415-5349-F6A8-B7DAB6919549}"/>
          </ac:spMkLst>
        </pc:spChg>
        <pc:spChg chg="del mod">
          <ac:chgData name="Hemanth Kota" userId="823b69a2e97e9c39" providerId="LiveId" clId="{AF0228AB-C00E-4F2E-843A-623FED3C4A2A}" dt="2026-02-13T05:44:30.972" v="584" actId="478"/>
          <ac:spMkLst>
            <pc:docMk/>
            <pc:sldMk cId="820395824" sldId="272"/>
            <ac:spMk id="5" creationId="{8E210065-A4BB-298C-5090-9A4AD0E94569}"/>
          </ac:spMkLst>
        </pc:spChg>
        <pc:spChg chg="del mod">
          <ac:chgData name="Hemanth Kota" userId="823b69a2e97e9c39" providerId="LiveId" clId="{AF0228AB-C00E-4F2E-843A-623FED3C4A2A}" dt="2026-02-13T05:44:56.946" v="593" actId="478"/>
          <ac:spMkLst>
            <pc:docMk/>
            <pc:sldMk cId="820395824" sldId="272"/>
            <ac:spMk id="6" creationId="{D668F8C7-431C-E7B1-25F0-45E25DC6A017}"/>
          </ac:spMkLst>
        </pc:spChg>
        <pc:spChg chg="add">
          <ac:chgData name="Hemanth Kota" userId="823b69a2e97e9c39" providerId="LiveId" clId="{AF0228AB-C00E-4F2E-843A-623FED3C4A2A}" dt="2026-02-13T05:45:58.224" v="607"/>
          <ac:spMkLst>
            <pc:docMk/>
            <pc:sldMk cId="820395824" sldId="272"/>
            <ac:spMk id="8" creationId="{CA46EFC9-EA1B-B1ED-DDAD-F5D5B3DD4BDD}"/>
          </ac:spMkLst>
        </pc:spChg>
        <pc:spChg chg="add">
          <ac:chgData name="Hemanth Kota" userId="823b69a2e97e9c39" providerId="LiveId" clId="{AF0228AB-C00E-4F2E-843A-623FED3C4A2A}" dt="2026-02-13T05:47:57.170" v="638"/>
          <ac:spMkLst>
            <pc:docMk/>
            <pc:sldMk cId="820395824" sldId="272"/>
            <ac:spMk id="10" creationId="{861F9F1C-7317-4E0A-9A3F-9EAF45A5E13D}"/>
          </ac:spMkLst>
        </pc:spChg>
        <pc:spChg chg="mod">
          <ac:chgData name="Hemanth Kota" userId="823b69a2e97e9c39" providerId="LiveId" clId="{AF0228AB-C00E-4F2E-843A-623FED3C4A2A}" dt="2026-02-13T06:09:18.852" v="812" actId="12"/>
          <ac:spMkLst>
            <pc:docMk/>
            <pc:sldMk cId="820395824" sldId="272"/>
            <ac:spMk id="11" creationId="{00A25917-7804-0CE7-A760-F2211FAB254F}"/>
          </ac:spMkLst>
        </pc:spChg>
        <pc:spChg chg="add mod">
          <ac:chgData name="Hemanth Kota" userId="823b69a2e97e9c39" providerId="LiveId" clId="{AF0228AB-C00E-4F2E-843A-623FED3C4A2A}" dt="2026-02-13T05:48:12.757" v="640"/>
          <ac:spMkLst>
            <pc:docMk/>
            <pc:sldMk cId="820395824" sldId="272"/>
            <ac:spMk id="12" creationId="{A2C4984B-5498-2864-8F46-92BE7C7E794C}"/>
          </ac:spMkLst>
        </pc:spChg>
        <pc:spChg chg="add">
          <ac:chgData name="Hemanth Kota" userId="823b69a2e97e9c39" providerId="LiveId" clId="{AF0228AB-C00E-4F2E-843A-623FED3C4A2A}" dt="2026-02-13T05:48:17.974" v="641"/>
          <ac:spMkLst>
            <pc:docMk/>
            <pc:sldMk cId="820395824" sldId="272"/>
            <ac:spMk id="13" creationId="{8057366C-9DDC-CF93-CB54-B2DDAFA57C8C}"/>
          </ac:spMkLst>
        </pc:spChg>
        <pc:spChg chg="add">
          <ac:chgData name="Hemanth Kota" userId="823b69a2e97e9c39" providerId="LiveId" clId="{AF0228AB-C00E-4F2E-843A-623FED3C4A2A}" dt="2026-02-13T05:49:06.873" v="667"/>
          <ac:spMkLst>
            <pc:docMk/>
            <pc:sldMk cId="820395824" sldId="272"/>
            <ac:spMk id="14" creationId="{D35D58C4-8477-9BFD-5D4B-EAB730F2DC41}"/>
          </ac:spMkLst>
        </pc:spChg>
        <pc:picChg chg="del">
          <ac:chgData name="Hemanth Kota" userId="823b69a2e97e9c39" providerId="LiveId" clId="{AF0228AB-C00E-4F2E-843A-623FED3C4A2A}" dt="2026-02-13T05:44:32.791" v="585" actId="478"/>
          <ac:picMkLst>
            <pc:docMk/>
            <pc:sldMk cId="820395824" sldId="272"/>
            <ac:picMk id="7" creationId="{E21FE48B-F05D-4A87-3A60-6064D9BFFB79}"/>
          </ac:picMkLst>
        </pc:picChg>
        <pc:picChg chg="del">
          <ac:chgData name="Hemanth Kota" userId="823b69a2e97e9c39" providerId="LiveId" clId="{AF0228AB-C00E-4F2E-843A-623FED3C4A2A}" dt="2026-02-13T05:45:32.582" v="603" actId="478"/>
          <ac:picMkLst>
            <pc:docMk/>
            <pc:sldMk cId="820395824" sldId="272"/>
            <ac:picMk id="9" creationId="{264EF6B9-3429-F3C1-3278-92D67E257009}"/>
          </ac:picMkLst>
        </pc:picChg>
      </pc:sldChg>
      <pc:sldChg chg="modSp mod">
        <pc:chgData name="Hemanth Kota" userId="823b69a2e97e9c39" providerId="LiveId" clId="{AF0228AB-C00E-4F2E-843A-623FED3C4A2A}" dt="2026-02-13T05:25:09.875" v="42" actId="20577"/>
        <pc:sldMkLst>
          <pc:docMk/>
          <pc:sldMk cId="2320472588" sldId="274"/>
        </pc:sldMkLst>
        <pc:spChg chg="mod">
          <ac:chgData name="Hemanth Kota" userId="823b69a2e97e9c39" providerId="LiveId" clId="{AF0228AB-C00E-4F2E-843A-623FED3C4A2A}" dt="2026-02-13T05:25:09.875" v="42" actId="20577"/>
          <ac:spMkLst>
            <pc:docMk/>
            <pc:sldMk cId="2320472588" sldId="274"/>
            <ac:spMk id="4" creationId="{6EAFE343-6DC6-84F0-D66E-5CD0865802F9}"/>
          </ac:spMkLst>
        </pc:spChg>
      </pc:sldChg>
      <pc:sldChg chg="modSp mod">
        <pc:chgData name="Hemanth Kota" userId="823b69a2e97e9c39" providerId="LiveId" clId="{AF0228AB-C00E-4F2E-843A-623FED3C4A2A}" dt="2026-02-13T07:05:35.329" v="1177" actId="20577"/>
        <pc:sldMkLst>
          <pc:docMk/>
          <pc:sldMk cId="53032058" sldId="275"/>
        </pc:sldMkLst>
        <pc:spChg chg="mod">
          <ac:chgData name="Hemanth Kota" userId="823b69a2e97e9c39" providerId="LiveId" clId="{AF0228AB-C00E-4F2E-843A-623FED3C4A2A}" dt="2026-02-13T05:30:35.516" v="203" actId="14100"/>
          <ac:spMkLst>
            <pc:docMk/>
            <pc:sldMk cId="53032058" sldId="275"/>
            <ac:spMk id="3" creationId="{6D736843-95A5-910E-ACD0-3BAC327E04E2}"/>
          </ac:spMkLst>
        </pc:spChg>
        <pc:spChg chg="mod">
          <ac:chgData name="Hemanth Kota" userId="823b69a2e97e9c39" providerId="LiveId" clId="{AF0228AB-C00E-4F2E-843A-623FED3C4A2A}" dt="2026-02-13T07:05:35.329" v="1177" actId="20577"/>
          <ac:spMkLst>
            <pc:docMk/>
            <pc:sldMk cId="53032058" sldId="275"/>
            <ac:spMk id="4" creationId="{40EFD0E4-4DB4-4EF9-E8DF-D654FE30C249}"/>
          </ac:spMkLst>
        </pc:spChg>
      </pc:sldChg>
      <pc:sldChg chg="addSp delSp modSp mod">
        <pc:chgData name="Hemanth Kota" userId="823b69a2e97e9c39" providerId="LiveId" clId="{AF0228AB-C00E-4F2E-843A-623FED3C4A2A}" dt="2026-02-13T09:09:12.454" v="1341" actId="20577"/>
        <pc:sldMkLst>
          <pc:docMk/>
          <pc:sldMk cId="1362452654" sldId="279"/>
        </pc:sldMkLst>
        <pc:spChg chg="del mod">
          <ac:chgData name="Hemanth Kota" userId="823b69a2e97e9c39" providerId="LiveId" clId="{AF0228AB-C00E-4F2E-843A-623FED3C4A2A}" dt="2026-02-13T06:11:58.944" v="816" actId="478"/>
          <ac:spMkLst>
            <pc:docMk/>
            <pc:sldMk cId="1362452654" sldId="279"/>
            <ac:spMk id="4" creationId="{0DC7AB30-649F-0998-FA35-3C3B690E4FB8}"/>
          </ac:spMkLst>
        </pc:spChg>
        <pc:spChg chg="add">
          <ac:chgData name="Hemanth Kota" userId="823b69a2e97e9c39" providerId="LiveId" clId="{AF0228AB-C00E-4F2E-843A-623FED3C4A2A}" dt="2026-02-13T06:11:46.207" v="813"/>
          <ac:spMkLst>
            <pc:docMk/>
            <pc:sldMk cId="1362452654" sldId="279"/>
            <ac:spMk id="5" creationId="{DEC44D55-6D1D-A832-6C96-15A2D85ADD27}"/>
          </ac:spMkLst>
        </pc:spChg>
        <pc:spChg chg="add mod">
          <ac:chgData name="Hemanth Kota" userId="823b69a2e97e9c39" providerId="LiveId" clId="{AF0228AB-C00E-4F2E-843A-623FED3C4A2A}" dt="2026-02-13T09:09:12.454" v="1341" actId="20577"/>
          <ac:spMkLst>
            <pc:docMk/>
            <pc:sldMk cId="1362452654" sldId="279"/>
            <ac:spMk id="6" creationId="{98E0EF8B-192C-4B66-6BAE-3A17E160D014}"/>
          </ac:spMkLst>
        </pc:spChg>
        <pc:spChg chg="add">
          <ac:chgData name="Hemanth Kota" userId="823b69a2e97e9c39" providerId="LiveId" clId="{AF0228AB-C00E-4F2E-843A-623FED3C4A2A}" dt="2026-02-13T06:12:20.029" v="818"/>
          <ac:spMkLst>
            <pc:docMk/>
            <pc:sldMk cId="1362452654" sldId="279"/>
            <ac:spMk id="7" creationId="{FEC40BC7-8323-2792-6D14-0477A2943D9D}"/>
          </ac:spMkLst>
        </pc:spChg>
        <pc:spChg chg="add">
          <ac:chgData name="Hemanth Kota" userId="823b69a2e97e9c39" providerId="LiveId" clId="{AF0228AB-C00E-4F2E-843A-623FED3C4A2A}" dt="2026-02-13T06:12:36.180" v="819"/>
          <ac:spMkLst>
            <pc:docMk/>
            <pc:sldMk cId="1362452654" sldId="279"/>
            <ac:spMk id="8" creationId="{6F90274F-8603-C7CD-7D69-6139BDF2971C}"/>
          </ac:spMkLst>
        </pc:spChg>
        <pc:spChg chg="add">
          <ac:chgData name="Hemanth Kota" userId="823b69a2e97e9c39" providerId="LiveId" clId="{AF0228AB-C00E-4F2E-843A-623FED3C4A2A}" dt="2026-02-13T06:12:44.039" v="820"/>
          <ac:spMkLst>
            <pc:docMk/>
            <pc:sldMk cId="1362452654" sldId="279"/>
            <ac:spMk id="9" creationId="{D699E658-9E61-73F6-05B8-5C3392BB011E}"/>
          </ac:spMkLst>
        </pc:spChg>
        <pc:spChg chg="add">
          <ac:chgData name="Hemanth Kota" userId="823b69a2e97e9c39" providerId="LiveId" clId="{AF0228AB-C00E-4F2E-843A-623FED3C4A2A}" dt="2026-02-13T06:38:34.186" v="986"/>
          <ac:spMkLst>
            <pc:docMk/>
            <pc:sldMk cId="1362452654" sldId="279"/>
            <ac:spMk id="10" creationId="{29DA32B1-A51A-7872-3F03-97E971B7C1F0}"/>
          </ac:spMkLst>
        </pc:spChg>
      </pc:sldChg>
      <pc:sldChg chg="modSp mod">
        <pc:chgData name="Hemanth Kota" userId="823b69a2e97e9c39" providerId="LiveId" clId="{AF0228AB-C00E-4F2E-843A-623FED3C4A2A}" dt="2026-02-13T09:11:31.410" v="1366" actId="20577"/>
        <pc:sldMkLst>
          <pc:docMk/>
          <pc:sldMk cId="2603946443" sldId="280"/>
        </pc:sldMkLst>
        <pc:spChg chg="mod">
          <ac:chgData name="Hemanth Kota" userId="823b69a2e97e9c39" providerId="LiveId" clId="{AF0228AB-C00E-4F2E-843A-623FED3C4A2A}" dt="2026-02-13T09:11:31.410" v="1366" actId="20577"/>
          <ac:spMkLst>
            <pc:docMk/>
            <pc:sldMk cId="2603946443" sldId="280"/>
            <ac:spMk id="4" creationId="{07A0507F-8B73-4994-6E77-D689340A9EAB}"/>
          </ac:spMkLst>
        </pc:spChg>
      </pc:sldChg>
      <pc:sldChg chg="modSp mod">
        <pc:chgData name="Hemanth Kota" userId="823b69a2e97e9c39" providerId="LiveId" clId="{AF0228AB-C00E-4F2E-843A-623FED3C4A2A}" dt="2026-02-13T06:47:06.819" v="1154" actId="20577"/>
        <pc:sldMkLst>
          <pc:docMk/>
          <pc:sldMk cId="1591813360" sldId="281"/>
        </pc:sldMkLst>
        <pc:spChg chg="mod">
          <ac:chgData name="Hemanth Kota" userId="823b69a2e97e9c39" providerId="LiveId" clId="{AF0228AB-C00E-4F2E-843A-623FED3C4A2A}" dt="2026-02-13T06:47:06.819" v="1154" actId="20577"/>
          <ac:spMkLst>
            <pc:docMk/>
            <pc:sldMk cId="1591813360" sldId="281"/>
            <ac:spMk id="5" creationId="{3807AF52-AEED-17C1-3727-4827332846AF}"/>
          </ac:spMkLst>
        </pc:spChg>
      </pc:sldChg>
      <pc:sldChg chg="delSp new del mod">
        <pc:chgData name="Hemanth Kota" userId="823b69a2e97e9c39" providerId="LiveId" clId="{AF0228AB-C00E-4F2E-843A-623FED3C4A2A}" dt="2026-02-13T05:25:52.635" v="46" actId="2696"/>
        <pc:sldMkLst>
          <pc:docMk/>
          <pc:sldMk cId="1297236660" sldId="282"/>
        </pc:sldMkLst>
        <pc:spChg chg="del">
          <ac:chgData name="Hemanth Kota" userId="823b69a2e97e9c39" providerId="LiveId" clId="{AF0228AB-C00E-4F2E-843A-623FED3C4A2A}" dt="2026-02-13T05:25:35.769" v="44" actId="478"/>
          <ac:spMkLst>
            <pc:docMk/>
            <pc:sldMk cId="1297236660" sldId="282"/>
            <ac:spMk id="2" creationId="{A65DE9CC-30F4-566D-7462-772C6B77AD60}"/>
          </ac:spMkLst>
        </pc:spChg>
        <pc:spChg chg="del">
          <ac:chgData name="Hemanth Kota" userId="823b69a2e97e9c39" providerId="LiveId" clId="{AF0228AB-C00E-4F2E-843A-623FED3C4A2A}" dt="2026-02-13T05:25:42.557" v="45" actId="478"/>
          <ac:spMkLst>
            <pc:docMk/>
            <pc:sldMk cId="1297236660" sldId="282"/>
            <ac:spMk id="3" creationId="{B97B535F-87E9-74F1-1E76-0E8569EBE525}"/>
          </ac:spMkLst>
        </pc:spChg>
      </pc:sldChg>
      <pc:sldChg chg="addSp modSp add mod">
        <pc:chgData name="Hemanth Kota" userId="823b69a2e97e9c39" providerId="LiveId" clId="{AF0228AB-C00E-4F2E-843A-623FED3C4A2A}" dt="2026-02-13T05:29:24.193" v="179" actId="20577"/>
        <pc:sldMkLst>
          <pc:docMk/>
          <pc:sldMk cId="3799721551" sldId="282"/>
        </pc:sldMkLst>
        <pc:spChg chg="mod">
          <ac:chgData name="Hemanth Kota" userId="823b69a2e97e9c39" providerId="LiveId" clId="{AF0228AB-C00E-4F2E-843A-623FED3C4A2A}" dt="2026-02-13T05:26:40.362" v="76" actId="20577"/>
          <ac:spMkLst>
            <pc:docMk/>
            <pc:sldMk cId="3799721551" sldId="282"/>
            <ac:spMk id="3" creationId="{137BB64A-3A7E-D4DC-10B8-7CFB2F8A3381}"/>
          </ac:spMkLst>
        </pc:spChg>
        <pc:spChg chg="mod">
          <ac:chgData name="Hemanth Kota" userId="823b69a2e97e9c39" providerId="LiveId" clId="{AF0228AB-C00E-4F2E-843A-623FED3C4A2A}" dt="2026-02-13T05:29:24.193" v="179" actId="20577"/>
          <ac:spMkLst>
            <pc:docMk/>
            <pc:sldMk cId="3799721551" sldId="282"/>
            <ac:spMk id="4" creationId="{17FF5AA5-FA4B-92E6-BFFE-2E0DC511ACF5}"/>
          </ac:spMkLst>
        </pc:spChg>
        <pc:spChg chg="add">
          <ac:chgData name="Hemanth Kota" userId="823b69a2e97e9c39" providerId="LiveId" clId="{AF0228AB-C00E-4F2E-843A-623FED3C4A2A}" dt="2026-02-13T05:27:15.084" v="77"/>
          <ac:spMkLst>
            <pc:docMk/>
            <pc:sldMk cId="3799721551" sldId="282"/>
            <ac:spMk id="5" creationId="{3840A4DD-CFBE-B359-4ADF-C0E3EF315AA3}"/>
          </ac:spMkLst>
        </pc:spChg>
      </pc:sldChg>
      <pc:sldChg chg="modSp add mod ord">
        <pc:chgData name="Hemanth Kota" userId="823b69a2e97e9c39" providerId="LiveId" clId="{AF0228AB-C00E-4F2E-843A-623FED3C4A2A}" dt="2026-02-13T09:13:57.763" v="1378" actId="20577"/>
        <pc:sldMkLst>
          <pc:docMk/>
          <pc:sldMk cId="3229862795" sldId="283"/>
        </pc:sldMkLst>
        <pc:spChg chg="mod">
          <ac:chgData name="Hemanth Kota" userId="823b69a2e97e9c39" providerId="LiveId" clId="{AF0228AB-C00E-4F2E-843A-623FED3C4A2A}" dt="2026-02-13T09:13:57.763" v="1378" actId="20577"/>
          <ac:spMkLst>
            <pc:docMk/>
            <pc:sldMk cId="3229862795" sldId="283"/>
            <ac:spMk id="4" creationId="{D10953EA-43AE-809D-9043-02B2E93D8AED}"/>
          </ac:spMkLst>
        </pc:spChg>
      </pc:sldChg>
      <pc:sldChg chg="add">
        <pc:chgData name="Hemanth Kota" userId="823b69a2e97e9c39" providerId="LiveId" clId="{AF0228AB-C00E-4F2E-843A-623FED3C4A2A}" dt="2026-02-13T05:43:46.997" v="506" actId="2890"/>
        <pc:sldMkLst>
          <pc:docMk/>
          <pc:sldMk cId="421645938" sldId="284"/>
        </pc:sldMkLst>
      </pc:sldChg>
      <pc:sldChg chg="new del">
        <pc:chgData name="Hemanth Kota" userId="823b69a2e97e9c39" providerId="LiveId" clId="{AF0228AB-C00E-4F2E-843A-623FED3C4A2A}" dt="2026-02-13T05:43:37.290" v="505" actId="2696"/>
        <pc:sldMkLst>
          <pc:docMk/>
          <pc:sldMk cId="1551260260" sldId="284"/>
        </pc:sldMkLst>
      </pc:sldChg>
      <pc:sldChg chg="addSp modSp add mod">
        <pc:chgData name="Hemanth Kota" userId="823b69a2e97e9c39" providerId="LiveId" clId="{AF0228AB-C00E-4F2E-843A-623FED3C4A2A}" dt="2026-02-13T06:46:26.484" v="1090" actId="20577"/>
        <pc:sldMkLst>
          <pc:docMk/>
          <pc:sldMk cId="3514160757" sldId="285"/>
        </pc:sldMkLst>
        <pc:spChg chg="mod">
          <ac:chgData name="Hemanth Kota" userId="823b69a2e97e9c39" providerId="LiveId" clId="{AF0228AB-C00E-4F2E-843A-623FED3C4A2A}" dt="2026-02-13T06:32:08.291" v="903" actId="20577"/>
          <ac:spMkLst>
            <pc:docMk/>
            <pc:sldMk cId="3514160757" sldId="285"/>
            <ac:spMk id="3" creationId="{1E9E294E-2A2B-048A-34D9-090C2280768C}"/>
          </ac:spMkLst>
        </pc:spChg>
        <pc:spChg chg="mod">
          <ac:chgData name="Hemanth Kota" userId="823b69a2e97e9c39" providerId="LiveId" clId="{AF0228AB-C00E-4F2E-843A-623FED3C4A2A}" dt="2026-02-13T06:46:26.484" v="1090" actId="20577"/>
          <ac:spMkLst>
            <pc:docMk/>
            <pc:sldMk cId="3514160757" sldId="285"/>
            <ac:spMk id="4" creationId="{783D86BD-02D4-97D7-5D2F-1BAC8B667911}"/>
          </ac:spMkLst>
        </pc:spChg>
        <pc:spChg chg="add">
          <ac:chgData name="Hemanth Kota" userId="823b69a2e97e9c39" providerId="LiveId" clId="{AF0228AB-C00E-4F2E-843A-623FED3C4A2A}" dt="2026-02-13T06:34:27.156" v="904"/>
          <ac:spMkLst>
            <pc:docMk/>
            <pc:sldMk cId="3514160757" sldId="285"/>
            <ac:spMk id="5" creationId="{441C09A5-99A4-BDC3-85E2-93B631C79BC8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5:46.1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45 936 24575,'-2'41'0,"-2"0"0,-13 58 0,10-68 0,1 1 0,2 0 0,1 0 0,2 0 0,2 36 0,0-64 0,-1 1 0,1-1 0,0 0 0,1 1 0,-1-1 0,1 0 0,0 0 0,0 0 0,0 0 0,0 0 0,1-1 0,-1 1 0,1 0 0,0-1 0,0 0 0,0 0 0,1 0 0,-1 0 0,1-1 0,-1 1 0,1-1 0,0 0 0,0 0 0,0 0 0,1 0 0,-1-1 0,0 0 0,0 0 0,1 0 0,-1 0 0,1-1 0,-1 1 0,0-1 0,1-1 0,-1 1 0,1 0 0,-1-1 0,1 0 0,-1 0 0,0 0 0,0-1 0,1 1 0,3-4 0,-2 2 0,0-1 0,0 0 0,-1-1 0,1 1 0,-1-1 0,0 0 0,-1 0 0,7-9 0,31-53 0,-28 42 0,8-17 0,-15 28 0,0 0 0,1 1 0,11-15 0,-2 7 0,-8 10 0,0-1 0,1 1 0,0 1 0,13-11 0,-18 18 0,0 0 0,0 0 0,0 1 0,0-1 0,0 1 0,0 0 0,0 1 0,1-1 0,-1 1 0,1 0 0,-1 0 0,1 1 0,0-1 0,7 2 0,65 11 0,-63-9 0,1 0 0,0-1 0,30 0 0,-40-2 0,0-1 0,1 0 0,-1 0 0,0-1 0,0 1 0,-1-1 0,1-1 0,0 1 0,-1-1 0,1 0 0,-1 0 0,0-1 0,9-8 0,-11 10 0,0 0 0,-1 0 0,1-1 0,-1 1 0,1-1 0,-1 0 0,0 0 0,0 0 0,0 0 0,-1 0 0,1 0 0,-1 0 0,1-1 0,-1 1 0,0 0 0,-1-1 0,1 1 0,0-1 0,-1 1 0,0-1 0,0 1 0,0-1 0,0 1 0,-1-1 0,1 1 0,-1-1 0,0 1 0,0-1 0,0 1 0,0 0 0,-1 0 0,1-1 0,-1 1 0,0 0 0,0 0 0,0 1 0,0-1 0,-1 0 0,-2-2 0,-5-5 0,1 2 0,-1 0 0,0 0 0,-1 0 0,1 1 0,-2 1 0,1 0 0,-1 1 0,-21-8 0,7 7 0,0 0 0,0 2 0,-46-2 0,-79 10 0,-6-1 0,152-3 0,1 0 0,-1-1 0,1 1 0,0-1 0,-1 0 0,1 0 0,0 0 0,-5-3 0,8 4 0,1-1 0,-1 1 0,0 0 0,1-1 0,-1 1 0,1-1 0,-1 1 0,1-1 0,-1 0 0,1 1 0,-1-1 0,1 1 0,-1-1 0,1 0 0,0 0 0,0 1 0,-1-1 0,1 0 0,0 1 0,0-1 0,0 0 0,0-1 0,0 0 0,0 0 0,1 1 0,-1-1 0,1 0 0,-1 0 0,1 0 0,0 0 0,0 1 0,0-1 0,0 0 0,0 1 0,0-1 0,2-1 0,8-10 0,1 0 0,1 1 0,0 0 0,29-19 0,75-39 0,16 1-309,269-98-1,163 4-309,-289 110 619,-214 46 0,0 2 0,91 5 0,-74 3 352,64 7 534,-139-10-886,-1 1 0,1 0 0,-1 0 0,1 0 0,-1 0 0,0 1 0,0-1 0,0 1 0,0 0 0,4 2 0,-7-3 0,1-1 0,0 1 0,-1 0 0,1-1 0,-1 1 0,1 0 0,-1 0 0,1-1 0,-1 1 0,1 0 0,-1 0 0,0 0 0,1 0 0,-1-1 0,0 1 0,0 0 0,0 0 0,1 0 0,-1 0 0,0 0 0,0 0 0,0 0 0,-1-1 0,1 1 0,0 0 0,0 0 0,0 0 0,-1 0 0,1 0 0,0 0 0,-1-1 0,1 1 0,-1 0 0,1 0 0,-1-1 0,1 1 0,-1 0 0,1-1 0,-1 1 0,0 0 0,1-1 0,-1 1 0,0-1 0,-1 1 0,-2 3 0,-1-1 0,1 0 0,-1-1 0,0 1 0,0-1 0,0 0 0,0 0 0,-1-1 0,1 1 0,-7 0 0,-62 5 0,27-4 0,37-2 0,0 1 0,0 0 0,1 0 0,-1 1 0,0 0 0,1 1 0,0 0 0,0 1 0,0 0 0,1 0 0,0 1 0,-11 8 0,19-13 0,-1-1 0,1 0 0,-1 0 0,1 1 0,0-1 0,-1 0 0,1 1 0,0-1 0,-1 1 0,1-1 0,0 0 0,0 1 0,-1-1 0,1 1 0,0-1 0,0 1 0,0-1 0,0 1 0,-1-1 0,1 1 0,0-1 0,0 1 0,0-1 0,0 1 0,0-1 0,0 1 0,0-1 0,0 1 0,1-1 0,-1 1 0,0-1 0,0 1 0,0-1 0,0 0 0,1 1 0,-1-1 0,0 1 0,0-1 0,1 1 0,-1-1 0,0 0 0,1 1 0,-1-1 0,1 0 0,-1 1 0,0-1 0,1 0 0,-1 0 0,1 1 0,-1-1 0,1 0 0,-1 0 0,1 0 0,0 1 0,38 7 0,-37-7 0,57 6 20,113-1 1,66-20-157,-195 10 67,374-39-860,672-158-1,-882 143 876,-183 45 54,-24 13 0,0 0 0,0-1 0,0 1 0,0 0 0,0 0 0,1 0 0,-1-1 0,0 1 0,0 0 0,0 0 0,0 0 0,0-1 0,0 1 0,0 0 0,0 0 0,0 0 0,0-1 0,0 1 0,0 0 0,0 0 0,0 0 0,0-1 0,0 1 0,0 0 0,0 0 0,0-1 0,0 1 0,0 0 0,0 0 0,-1 0 0,1 0 0,0-1 0,0 1 0,0 0 0,0 0 0,0 0 0,-1 0 0,1-1 0,0 1 0,0 0 0,0 0 0,0 0 0,-1 0 0,1 0 0,0 0 0,0 0 0,0 0 0,-1-1 0,1 1 0,-8-2 0,-1 0 0,1 0 0,0 1 0,-13-1 0,-496-7-4,402 10-15,-682 16-98,98-1-95,654-16 212,-89 5 0,119-3 0,0 0 0,1 1 0,0 0 0,-1 1 0,1 1 0,-21 10 0,33-14 22,0 0 1,1 0-1,-1 0 1,0 0 0,0 0-1,1 0 1,-1 0-1,0 1 1,1-1-1,0 1 1,-1-1-1,1 1 1,-2 2 0,3-4-2,0 1 0,0-1 0,0 1 1,0-1-1,0 1 0,0-1 1,0 1-1,0-1 0,1 1 0,-1-1 1,0 0-1,0 1 0,0-1 1,0 1-1,1-1 0,-1 1 0,0-1 1,1 0-1,-1 1 0,0-1 1,0 0-1,1 1 0,-1-1 1,1 0-1,-1 1 0,0-1 0,1 0 1,-1 0-1,1 1 0,-1-1 1,1 0-1,-1 0 0,1 0 0,9 3 311,0 0 0,-1-1-1,21 2 1,-18-2-269,49 6-63,105 14 0,205 2 0,-323-24-1365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6:00.3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4079 915 24575,'-799'44'-631,"616"-29"384,-130 12-194,-356 22 613,375-24-135,169-12-36,88-9 184,0-2 0,-1-1 0,1-1-1,0-3 1,-55-10 0,75 6-185,17 3 0,13 0 0,18 0 0,59-1 0,-63 5 0,651 8-704,-344 1 462,1042-1 242,-1365-8 0,1 0 0,-18 0 0,-31-1 0,-1425-119-397,1212 86 830,2-12 0,-261-83-1,445 112-424,0 4-1,-2 2 1,1 3-1,-1 2 1,-86 5-1,143 1-7,0 1 0,-1-1 0,1 0 0,0-1 0,-15-3 0,23 4 0,1 0 0,-1 0 0,1 0 0,0 0 0,-1 0 0,1 0 0,-1 0 0,1 0 0,0 0 0,-1 0 0,1 0 0,-1-1 0,1 1 0,0 0 0,-1 0 0,1 0 0,0 0 0,-1-1 0,1 1 0,0 0 0,-1 0 0,1-1 0,0 1 0,0 0 0,-1-1 0,1 1 0,0 0 0,0-1 0,-1 1 0,1 0 0,0-1 0,0 1 0,0-1 0,0 1 0,0 0 0,0-1 0,0 1 0,0-1 0,0 1 0,0 0 0,0-1 0,0 1 0,0-1 0,0 1 0,0 0 0,0-1 0,0 1 0,0-1 0,0 1 0,0 0 0,1-1 0,5-5 0,1 0 0,0 0 0,0 1 0,0 0 0,13-7 0,79-42-174,2 4 0,130-44 0,233-56-612,-337 111 678,371-100-156,-436 121 264,-58 13 0,-18 4 0,-32 3 0,1 3 0,-58 13 0,47-8 0,-833 138 75,-13-47 0,866-99-75,26-2 0,-1 0 0,0 1 0,0 0 0,1 1 0,-1 0 0,0 0 0,-15 7 0,25-9 7,0 1 0,-1 0 0,1 0 0,0-1 1,0 1-1,0 0 0,0 0 0,0 0 0,0 0 0,1 0 0,-1 0 0,0 0 1,0 0-1,1 1 0,-1-1 0,1 0 0,-1 0 0,1 0 0,-1 1 0,1-1 1,0 0-1,0 1 0,0-1 0,0 0 0,0 1 0,0-1 0,0 0 0,0 1 1,0-1-1,0 0 0,1 1 0,-1-1 0,0 0 0,1 0 0,-1 1 0,1-1 0,1 2 1,1 2 79,0 0 1,1 0-1,-1 0 1,1 0-1,0-1 1,9 9-1,-4-6-32,1-1 0,0 0 0,0 0 0,0-1 0,0-1 0,1 1 0,0-2 0,17 5 0,-3-3-5,1-1 1,41 0 0,-64-3-51,0-1 0,1 0 0,-1-1 0,0 1 0,0-1 0,0 1 0,0-1 0,1 0 0,-1 0 0,3-2 0,-6 3 0,1 0 0,-1 0 0,0 0 0,1-1 0,-1 1 0,0 0 0,0-1 0,1 1 0,-1 0 0,0-1 0,0 1 0,1 0 0,-1-1 0,0 1 0,0 0 0,0-1 0,0 1 0,1 0 0,-1-1 0,0 1 0,0-1 0,0 1 0,0 0 0,0-1 0,0 1 0,0-1 0,0 1 0,0 0 0,-1-1 0,1-1 0,-1 1 0,0-1 0,0 1 0,0-1 0,0 1 0,0 0 0,0 0 0,-1 0 0,1 0 0,0-1 0,-3 0 0,-5-3 0,1 0 0,-1 1 0,0 0 0,0 1 0,0 0 0,0 0 0,0 1 0,-1 0 0,0 1 0,1 0 0,-15 0 0,-14 2 0,-59 10 0,77-9 0,-240 47 0,255-48 0,-5 1 0,1 1 0,0 0 0,-13 6 0,20-8 0,1 0 0,-1-1 0,1 1 0,-1 0 0,1 0 0,0 0 0,-1 0 0,1 0 0,0 0 0,0 1 0,0-1 0,0 0 0,0 1 0,0-1 0,0 0 0,0 1 0,0-1 0,1 1 0,-1 0 0,1-1 0,-1 1 0,1-1 0,0 1 0,-1 0 0,1-1 0,0 4 0,1-2 0,0-1 0,-1 0 0,1 1 0,0-1 0,1 0 0,-1 1 0,0-1 0,1 0 0,-1 0 0,1 0 0,-1 0 0,1 0 0,0-1 0,0 1 0,0 0 0,0-1 0,0 0 0,0 1 0,0-1 0,1 0 0,3 2 0,8 2 0,1 0 0,23 5 0,-30-8 0,303 41 0,-201-32 0,295 32 0,-398-43 0,1 1 0,-1 0 0,0 1 0,0 0 0,14 5 0,-21-6 0,1-1 0,0 0 0,0 1 0,0 0 0,-1-1 0,1 1 0,0-1 0,0 1 0,-1 0 0,1-1 0,-1 1 0,1 0 0,0 0 0,-1-1 0,0 1 0,1 0 0,-1 0 0,1 0 0,-1 0 0,0 0 0,1 1 0,-2 0 0,1-1 0,0 1 0,0-1 0,-1 1 0,1 0 0,-1-1 0,0 1 0,1-1 0,-1 1 0,0-1 0,0 0 0,0 1 0,0-1 0,0 0 0,0 0 0,0 1 0,-2 0 0,-16 13 0,-1-1 0,0-1 0,-1 0 0,-1-2 0,-32 13 0,45-20 0,-434 158 0,145-60 0,281-95 0,0 0 0,0 1 0,-24 16 0,35-18 0,17-4 0,36-8 0,-1-2 0,74-23 0,-78 19 0,498-150-514,83-22-112,-577 171 626,-46 13-1,0 0 0,0 0 0,0 0 0,-1-1 0,1 1 0,0 0 0,0 0 0,0 0 0,0 0 0,0 0 0,0-1 0,0 1 0,0 0 0,0 0 0,-1 0 0,1 0 1,0 0-1,0-1 0,0 1 0,0 0 0,0 0 0,0 0 0,0 0 0,0-1 0,0 1 0,0 0 0,0 0 0,0 0 0,1 0 0,-1-1 0,0 1 0,0 0 0,0 0 0,0 0 0,0 0 0,0 0 0,0-1 0,0 1 1,0 0-1,1 0 0,-1 0 0,0 0 0,-24-1 206,-250 44 473,52-5-380,201-35-298,0 1 0,1 1 0,0 0 0,-21 10 0,31-10 0,16-4 0,31-7 0,336-104 0,-168 43 0,-32 15 0,218-62 0,-283 87 0,78-24 0,-78 14 18,263-79-200,1040-174-1332,-943 245 1514,-448 44-11,-1 1 1,0 1 0,24 4 0,-34-3 32,0 0 1,-1 1 0,1 0 0,-1 1-1,0-1 1,1 2 0,-2-1 0,12 9-1,-2-3 153,-1-1 0,1 0 0,0-1 0,1-1-1,0-1 1,0-1 0,27 5 0,-6 0-59,-15-5-116,-17-4 0,0 0 0,0 1 0,1 0 0,-1 1 0,12 5 0,-21-5 0,-13 1 0,-113 15 0,47-9 0,-658 103-934,12-23 177,49-7 501,591-68 256,198-35 517,-1 0 553,36 7-2075,-84 10-5821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6:31.4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1638 663 24575,'72'-33'0,"1"3"0,1 4 0,1 2 0,149-24 0,-84 29 0,262 1 0,-383 18 0,2-1 0,43 6 0,-58-4 0,-1 0 0,0 0 0,0 1 0,0-1 0,0 1 0,0 0 0,0 0 0,-1 1 0,1-1 0,-1 1 0,1 0 0,-1 0 0,6 6 0,-9-8 0,-1 0 0,1 0 0,0 0 0,0-1 0,-1 1 0,1 0 0,-1 0 0,1 0 0,-1 0 0,1 0 0,-1 0 0,1 0 0,-1 0 0,0 1 0,1-1 0,-1 0 0,0 0 0,0 0 0,0 0 0,0 0 0,0 0 0,0 0 0,0 1 0,-1-1 0,1 0 0,0 0 0,-1 0 0,1 0 0,0 0 0,-1 0 0,0 0 0,1 0 0,-1 0 0,1 0 0,-1 0 0,0 0 0,-1 1 0,-2 1 0,0 0 0,0 0 0,0-1 0,-1 1 0,1-1 0,-1 0 0,0 0 0,-8 2 0,-27 6 0,0-2 0,-63 4 0,-90-6 0,142-5 0,-505-5-226,-7 0-198,5 42 195,374-10 229,-327 93 0,484-112 0,64-15 0,915-209-902,-793 181 751,1378-304-1192,-1491 328 1343,-1 1 0,0-3 0,0-1 0,-1-1 0,44-23 0,-85 36 28,0-1-1,-1 1 0,1-1 1,-1 0-1,1 0 0,-1 0 1,0 0-1,3-3 0,-4 5-17,-1 0 1,0-1-1,0 1 0,0 0 0,0-1 1,0 1-1,0 0 0,1 0 0,-1-1 1,0 1-1,0 0 0,0-1 0,0 1 1,0 0-1,0-1 0,0 1 0,0 0 1,0-1-1,0 1 0,0 0 0,-1-1 0,1 1 1,0 0-1,0 0 0,0-1 0,0 1 1,0 0-1,-1-1 0,1 1 0,-17-8 420,-9 3 74,-1 2 0,-38-1 0,18 2-159,-201-15-64,-363-15-127,601 32-132,-94-5-1409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6:44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2120 1183 24575,'-174'-35'0,"-351"-93"-857,80 18-186,149 46 446,-49-11 675,304 66 93,0-2 1,0-1-1,1-2 1,1-2-1,-54-30 1,89 44-163,1-1 0,-1 1 0,0-1 0,1 0 0,-1-1 0,1 1 0,-3-5 0,5 7-10,0 0 1,0-1-1,0 1 1,0-1 0,1 1-1,-1-1 1,1 1-1,-1-1 1,1 1 0,-1-1-1,1 1 1,0-1-1,0 0 1,0 1 0,0-1-1,0-1 1,2-1 8,-1 1 1,1 0-1,-1 0 1,1-1-1,0 1 1,0 0-1,1 1 0,-1-1 1,1 0-1,-1 1 1,1-1-1,0 1 1,0 0-1,0 0 1,0 0-1,0 0 1,0 1-1,1-1 0,3 0 1,21-10 192,2 1 0,58-14 0,71-4 314,-113 22-477,169-22-38,0 10 0,225 8 0,-377 14 0,-46 3 0,-17-6 0,0 0 0,1 1 0,-1-1 0,0 0 0,0 1 0,0-1 0,0 0 0,0 1 0,0-1 0,-1 0 0,1 1 0,0-1 0,0 0 0,0 0 0,0 1 0,0-1 0,0 0 0,0 1 0,-1-1 0,1 0 0,0 0 0,0 1 0,0-1 0,-1 0 0,1 0 0,0 0 0,0 1 0,-1-1 0,1 0 0,0 0 0,0 0 0,-1 1 0,-37 17 0,-159 47 0,-15 6 0,40-3 0,25-8 0,-216 58 0,331-107 0,32-11 0,0 0 0,0 0 0,0 0 0,0 0 0,0 1 0,-1-1 0,1 0 0,0 0 0,0 0 0,0 0 0,0 1 0,0-1 0,0 0 0,0 0 0,0 0 0,0 0 0,0 1 0,0-1 0,0 0 0,0 0 0,0 0 0,0 1 0,0-1 0,0 0 0,0 0 0,0 0 0,0 1 0,0-1 0,0 0 0,0 0 0,0 0 0,0 0 0,0 1 0,1-1 0,-1 0 0,0 0 0,0 0 0,0 0 0,0 0 0,0 0 0,1 1 0,-1-1 0,0 0 0,0 0 0,0 0 0,1 0 0,21 10 0,18-1 0,-1-2 0,1-2 0,61 2 0,-52-5 0,335 8-724,0-16 1,737-110-1,-500-16 120,-535 111 576,-40 12 28,-39 11 0,-29 10 0,-77 26 0,-2-4 0,-118 23 0,83-23 8,-967 265 33,166-44-46,701-199 4,197-46 1,37-8 0,8 0 0,68-3 0,-52 0 0,249-8 49,751-20 315,-107-18-193,-843 44-171,-55 8 0,-17-5 0,0 1 0,1-1 0,-1 0 0,0 1 0,0-1 0,0 1 0,1-1 0,-1 0 0,0 1 0,0-1 0,0 1 0,0-1 0,0 0 0,0 1 0,0-1 0,0 1 0,0-1 0,0 1 0,0-1 0,0 0 0,0 1 0,-1-1 0,1 1 0,0-1 0,0 0 0,0 1 0,-1-1 0,1 0 0,0 1 0,0-1 0,-1 1 0,-7 7 0,0 0 0,0 0 0,-1 0 0,0-1 0,-17 10 0,-137 76 0,-246 94-199,-16-24 0,-583 174 654,981-329-455,23-4 0,43-7 0,-10-1 0,1653-263 448,-1025 103-1354,-366 83 824,40-13 236,-329 94-99,28-10 332,-26 6-43,-21 5 339,-210 49 247,184-39-931,-1377 288-1593,1414-299 1590,-197 27-32,199-27 36,1 1 0,-1-1 0,1 0 0,-1 0 0,1 0 0,-1-1 0,1 1 0,-1-1 0,1 0 0,-6-2 0,9 3 0,-1 0 0,1-1 0,0 1 0,-1-1 0,1 1 0,0 0 0,-1-1 0,1 1 0,0-1 0,0 1 0,-1-1 0,1 1 0,0 0 0,0-1 0,0 1 0,0-1 0,0 1 0,-1-1 0,1 1 0,0-1 0,0 1 0,0-1 0,0 1 0,1-1 0,-1 1 0,0-1 0,0 1 0,0-1 0,0 0 0,19-26 0,-4 12 0,1 0 0,1 1 0,0 1 0,20-12 0,183-92 0,132-43-164,118-31-655,91-13-164,1179-379-1708,27 80-1495,-1716 490 3946,186-42 499,-208 56 863,-29-1-1112,0 0 0,0 0 0,0 0 0,-49 18 794,-93 20 179,-82 22 0,-86 15 0,-527 152 441,-218 52-495,919-244-1609,44-10-3534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6:48.0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2190 540 24575,'-105'1'0,"-123"-4"0,223 3 0,-1-1 0,1 1 0,0-2 0,-1 1 0,1 0 0,0-1 0,-8-4 0,12 6 0,1 0 0,-1-1 0,0 1 0,1-1 0,-1 1 0,1-1 0,-1 1 0,1-1 0,-1 0 0,1 1 0,-1-1 0,1 1 0,-1-1 0,1 0 0,0 0 0,0 1 0,-1-1 0,1 0 0,0 1 0,0-1 0,0 0 0,-1 0 0,1-1 0,1 1 0,-1-1 0,1 0 0,-1 1 0,1-1 0,0 1 0,0-1 0,0 1 0,0-1 0,0 1 0,0-1 0,0 1 0,0 0 0,0 0 0,0-1 0,2 0 0,23-17 0,0 1 0,1 2 0,0 0 0,2 2 0,47-17 0,-47 19 0,269-95 0,26-12 0,-99 21 0,-207 88 0,-18 10 0,0 0 0,0-1 0,0 1 0,0 0 0,0 0 0,-1 0 0,1-1 0,0 1 0,0 0 0,0 0 0,0 0 0,0 0 0,0-1 0,0 1 0,0 0 0,0 0 0,-1 0 0,1 0 0,0-1 0,0 1 0,0 0 0,0 0 0,-1 0 0,1 0 0,0 0 0,0 0 0,0 0 0,0-1 0,-1 1 0,1 0 0,0 0 0,0 0 0,0 0 0,-1 0 0,1 0 0,0 0 0,0 0 0,0 0 0,-1 0 0,1 0 0,0 0 0,0 0 0,0 0 0,-1 0 0,1 1 0,-56 4 0,-100 34 0,-91 35-164,-1546 524-4597,1319-434 3326,335-114 1343,99-32 123,40-18-27,0 0-1,0 0 0,-1 0 1,1 0-1,0 0 0,0 0 1,0 0-1,-1 0 0,1 1 1,0-1-1,0 0 0,-1 0 0,1 0 1,0 0-1,0 0 0,0 0 1,0 0-1,-1 0 0,1 1 1,0-1-1,0 0 0,0 0 1,0 0-1,-1 0 0,1 1 1,0-1-1,0 0 0,0 0 1,0 0-1,0 1 0,0-1 1,0 0-1,0 0 0,0 0 1,0 1-1,0-1 0,0 0 1,0 0-1,0 1 0,0-1 1,0 0-1,0 0 0,0 0 0,0 1 1,0-1-1,0 0 0,0 0 1,0 1-1,0-1 0,0 0 1,0 0-1,0 0 0,1 0 1,-1 1-1,0-1 0,0 0 1,0 0-1,0 0 0,0 0 1,1 1-1,-1-1 0,11 1 114,0-1-1,-1 0 0,1 0 0,0-1 0,13-3 1,179-31 510,86-23-404,942-211 214,-584 124-341,674-225 601,-1074 288-697,-236 78 0,0 1 0,1 0 0,22-2 0,-33 5 0,-1 0 0,1 0 0,0 0 0,-1 0 0,1 0 0,-1 0 0,1 0 0,-1 0 0,1 0 0,0 0 0,-1 1 0,1-1 0,-1 0 0,1 0 0,-1 1 0,1-1 0,-1 0 0,1 1 0,-1-1 0,1 0 0,-1 1 0,0-1 0,1 1 0,-1-1 0,1 1 0,-1 0 0,0 0 0,0 1 0,0-1 0,0 0 0,0 0 0,0 0 0,-1 0 0,1 0 0,0 0 0,-1 0 0,1 0 0,0 0 0,-1 0 0,1 0 0,-1 0 0,0 0 0,-1 1 0,-15 19 0,-2 0 0,-28 23 0,-432 373 303,-182 171 180,459-395 247,144-137-730,57-55 0,-1 1 0,1 0 0,0-1 0,-1 1 0,1 0 0,0 0 0,0-1 0,0 1 0,0 0 0,1 0 0,-1 0 0,0 4 0,1-5 0,0-1 0,0 1 0,0 0 0,0-1 0,0 1 0,0 0 0,1 0 0,-1-1 0,0 1 0,0 0 0,1-1 0,-1 1 0,1-1 0,-1 1 0,0 0 0,1-1 0,-1 1 0,1-1 0,0 1 0,-1-1 0,1 1 0,-1-1 0,1 0 0,0 1 0,0 0 0,8 1 0,1 1 0,-1-1 0,0 0 0,1-1 0,17 1 0,177-4 0,122-19-163,98-18-577,953-149-1489,-7-54-469,-1132 200 2170,-223 38 515,-1 1 0,1 1 0,0 1 0,0 0 0,0 1 0,15 1 0,-30 0 13,1-1 0,-1 0 0,0 0 0,1 0 0,-1 1 0,0-1 0,1 0 0,-1 1 0,0-1 0,1 0 0,-1 0 0,0 1 0,0-1 0,1 1 0,-1-1 0,0 0 0,0 1 0,0-1 0,1 0 0,-1 1 0,0-1 0,0 1 0,0-1 0,0 1 0,0-1 0,0 0 0,0 1 0,0-1 0,0 1 0,0-1 0,0 0 0,0 1 0,0-1 0,0 1 0,-1-1 0,1 1 0,0-1 0,0 0 0,0 1 0,-1-1 0,1 0 0,0 1 0,0-1 0,-1 0 0,1 1 0,0-1 0,-1 0 0,1 0 0,0 1 0,-1-1 0,-5 6 0,0-1 0,0 0 0,0 0 0,-1 0 0,-7 3 0,-225 108 0,-179 59-164,-120 46-562,-1224 464 210,1286-508 653,106-38 412,103-37-248,-34 4 682,239-88-950,56-17 183,13-7 8,25-13 319,63-27 800,171-57 0,119-12 413,-282 86-1290,772-222 479,-864 247-945,60-16 0,96-40 0,-163 58 0,9-4 0,0 0 0,20-15 0,-32 21 0,1-1 0,-1 0 0,1 0 0,-1 0 0,0 0 0,1 0 0,-1 0 0,0 0 0,0 0 0,0-1 0,0 1 0,0 0 0,0-1 0,0 1 0,0-1 0,-1 1 0,1-1 0,0 1 0,-1-1 0,1 0 0,-1 1 0,0-1 0,0 1 0,1-1 0,-1 0 0,0 1 0,-1-1 0,1 0 0,0 1 0,0-1 0,-1 0 0,0-1 0,-2-1 0,0 0 0,-1 1 0,0-1 0,0 1 0,0 0 0,-1 0 0,1 0 0,0 0 0,-1 1 0,0 0 0,0 0 0,0 0 0,-8-2 0,-19-5 0,-1 1 0,-64-6 0,25 9-82,-104 5 1,-276 55-1106,-3 38-26,314-62 877,-296 65-469,-192 40 40,616-133 765,0 0 0,0-1 0,0 0 0,-1-1 0,1-1 0,-17-1 0,29 1 0,0 0 0,0 0 0,0-1 0,0 1 0,0-1 0,0 1 0,0 0 0,0-1 0,0 0 0,0 1 0,0-1 0,0 0 0,0 1 0,0-1 0,1 0 0,-1 0 0,0 1 0,1-1 0,-1 0 0,0 0 0,1 0 0,-1 0 0,0-2 0,1 1 0,0 0 0,0 0 0,0 0 0,0 0 0,0-1 0,1 1 0,-1 0 0,0 0 0,1 0 0,0 0 0,-1 0 0,1 0 0,0 0 0,0 0 0,2-2 0,10-14 0,2-1 0,0 2 0,1 0 0,0 1 0,30-22 0,230-162-164,140-54-634,1002-458-813,49 91 14,-1281 545 1415,-65 28 182,-94 39 37,-22 9 50,-6 2 36,-28 13 613,-188 62 1658,210-75-2397,-59 20-1804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7:01.3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1228 614 24575,'-7'-1'0,"0"-1"0,0 0 0,0 0 0,0 0 0,0-1 0,0 0 0,-7-5 0,-9-3 0,21 11 0,0-1 0,0 1 0,0-1 0,0 0 0,1 0 0,-1 0 0,0 0 0,0 0 0,1-1 0,-1 1 0,0 0 0,1-1 0,-1 1 0,1-1 0,0 1 0,-1-1 0,1 0 0,0 0 0,0 1 0,-1-3 0,2 2 0,0 1 0,1-1 0,-1 1 0,0 0 0,0-1 0,1 1 0,-1 0 0,1-1 0,-1 1 0,1 0 0,0-1 0,-1 1 0,1 0 0,0 0 0,0 0 0,0 0 0,0 0 0,0 0 0,0 0 0,0 0 0,0 0 0,2-1 0,8-5 0,0 1 0,1 0 0,0 0 0,0 1 0,19-5 0,19-4 0,0 3 0,71-6 0,103 4 0,-213 13 0,181-6 0,225 24 0,-397-16 0,1 1 0,-1 1 0,1 1 0,29 10 0,-31-2 0,-18-13 0,-1 1 0,0-1 0,1 1 0,-1-1 0,0 0 0,0 1 0,0-1 0,1 1 0,-1-1 0,0 1 0,0-1 0,0 1 0,0-1 0,0 1 0,0 0 0,0-1 0,0 1 0,0-1 0,0 1 0,0-1 0,0 1 0,0-1 0,-1 1 0,1 0 0,-3 3 0,0-1 0,0 1 0,0-1 0,0 0 0,-1 0 0,1 0 0,-1-1 0,-7 5 0,-43 23 0,0-3 0,-2-1 0,-88 26 0,-741 226-1484,247-82 368,144-29 359,434-144 757,50-17 0,13-1 0,47-2 164,353-8 1465,-183 0-1097,175-11-26,-323 9-377,0-4 1,-1-2-1,96-32 1,-26-7-122,-123 40-8,-18 11 0,0 1 0,0 0 0,0 0 0,0-1 0,0 1 0,0 0 0,0 0 0,1-1 0,-1 1 0,0 0 0,0 0 0,0-1 0,0 1 0,0 0 0,0-1 0,0 1 0,-1 0 0,1 0 0,0-1 0,0 1 0,0 0 0,0 0 0,0-1 0,0 1 0,0 0 0,-1 0 0,1-1 0,0 1 0,0 0 0,0 0 0,0 0 0,-1-1 0,1 1 0,0 0 0,0 0 0,-1-1 0,-4-1 0,-1-1 0,0 1 0,1 0 0,-1 1 0,-8-2 0,-76-12 0,0 3 0,-116 2 0,145 8 0,-878 11 0,915-7 0,18 0 0,0-1 0,0 0 0,-1-1 0,1 0 0,0 0 0,0 0 0,0-1 0,-1 1 0,-5-3 0,8-4 0,14-3 0,9 0 0,38-14 0,800-267-663,25 53 0,-784 212 663,-79 18 0,-19 8 0,0 0 0,0-1 0,0 1 0,0 0 0,0 0 0,1 0 0,-1 0 0,0 0 0,0 0 0,0-1 0,0 1 0,0 0 0,0 0 0,0 0 0,0 0 0,0 0 0,0 0 0,0-1 0,0 1 0,0 0 0,0 0 0,0 0 0,0 0 0,0 0 0,0-1 0,0 1 0,0 0 0,0 0 0,0 0 0,0 0 0,0 0 0,0 0 0,0-1 0,0 1 0,0 0 0,-1 0 0,1 0 0,0 0 0,0 0 0,0 0 0,0 0 0,0 0 0,0-1 0,0 1 0,-1 0 0,1 0 0,0 0 0,0 0 0,0 0 0,0 0 0,0 0 0,0 0 0,-1 0 0,1 0 0,0 0 0,0 0 0,0 0 0,0 0 0,0 0 0,-1 0 0,1 0 0,0 0 0,-66-3 0,-814 66 765,758-49-765,-124 31 0,240-44 0,1 1 0,-1 0 0,1 0 0,-1 0 0,1 1 0,-6 3 0,11-6 0,-1 0 0,1 1 0,-1-1 0,0 1 0,1-1 0,-1 1 0,1-1 0,0 1 0,-1-1 0,1 1 0,-1 0 0,1-1 0,0 1 0,-1 0 0,1-1 0,0 1 0,0 0 0,0-1 0,0 1 0,-1 0 0,1 1 0,1-1 0,-1 0 0,0 0 0,1 0 0,-1 0 0,1 0 0,0 0 0,-1 0 0,1 0 0,0 0 0,-1 0 0,1 0 0,0 0 0,0 0 0,0-1 0,0 1 0,0 0 0,1 0 0,8 5 0,0 0 0,1-1 0,-1 0 0,1-1 0,15 4 0,68 13 0,-72-16 0,449 59 164,10-47 140,-413-17-211,-66 0-82,-4-1-3,-14 1-3,-119-3-29,-599 22 24,704-16 0,30-3 0,0 0 0,0 0 0,0 0 0,0 0 0,0 0 0,0 0 0,0 0 0,0 0 0,0 0 0,0 0 0,0 0 0,0 0 0,0 1 0,0-1 0,0 0 0,0 0 0,0 0 0,0 0 0,0 0 0,0 0 0,0 0 0,0 0 0,0 0 0,0 0 0,-1 0 0,1 0 0,0 0 0,0 0 0,0 0 0,0 0 0,0 0 0,19 2 0,731 10 0,-636-9 0,288 20 0,-392-21 0,35 5 0,-43-7 0,0 0 0,-1 1 0,1-1 0,0 1 0,0-1 0,0 1 0,-1 0 0,1-1 0,0 1 0,-1 0 0,1 0 0,-1 0 0,1 0 0,-1 1 0,0-1 0,2 2 0,-6 5 0,-16 1 0,-28 4 0,-2-2 0,-55 5 0,76-12 0,-303 35-298,-337-5-1,611-36 299,48-1 0,15-3 0,16-1 0,0 1 0,1 1 0,36-4 0,4 0 0,530-78-550,-190 31 5,334-64-673,134-19-63,-789 130 1281,-82 9 0,0 0 0,0 1 1,0-1-1,0 0 0,0 0 1,0 0-1,0 0 0,0 0 1,0 0-1,0 0 0,-1 1 1,1-1-1,0 0 0,0 0 1,0 0-1,0 0 0,0 0 1,0 0-1,0 1 0,0-1 1,0 0-1,1 0 0,-1 0 1,0 0-1,0 0 0,0 0 1,0 0-1,0 1 1,0-1-1,0 0 0,0 0 1,0 0-1,0 0 0,0 0 1,0 0-1,0 0 0,1 0 1,-1 1-1,0-1 0,0 0 1,0 0-1,0 0 0,0 0 1,0 0-1,0 0 0,1 0 1,-1 0-1,0 0 0,0 0 1,0 0-1,0 0 0,0 0 1,0 0-1,1 0 0,-1 0 1,0 0-1,0 0 0,0 0 1,0 0-1,-24 11 143,-110 33 568,-108 34-327,-116 33-493,-1515 551-1775,1504-526 1852,85-32-459,87-26 368,181-72 123,1 1 0,-30 18 0,45-25 0,0 0 0,0 0 0,-1 0 0,1 0 0,0 0 0,0 0 0,0 0 0,-1 1 0,1-1 0,0 0 0,0 0 0,0 0 0,-1 0 0,1 1 0,0-1 0,0 0 0,0 0 0,0 0 0,0 1 0,-1-1 0,1 0 0,0 0 0,0 0 0,0 1 0,0-1 0,0 0 0,0 0 0,0 1 0,0-1 0,0 0 0,0 0 0,0 1 0,0-1 0,0 0 0,0 0 0,0 0 0,0 1 0,0-1 0,0 0 0,0 0 0,1 1 0,-1-1 0,0 0 0,0 0 0,0 0 0,0 1 0,0-1 0,1 0 0,-1 0 0,0 0 0,0 0 0,0 1 0,0-1 0,1 0 0,-1 0 0,0 0 0,0 0 0,1 0 0,-1 0 0,0 0 0,0 0 0,0 0 0,1 0 0,-1 0 0,1 1 0,46-1 0,117-23 0,91-32-164,1470-468-285,-1667 502 825,-18 5 154,0 2 0,44-9 0,-82 22-468,1 1 1,-1-1 0,1 1-1,0 0 1,-1 0 0,1 0-1,0 0 1,-1 0 0,1 1-1,3 0 1,-6-1-50,0 0 1,1 1-1,-1-1 0,1 0 0,-1 0 1,1 0-1,-1 1 0,0-1 1,1 0-1,-1 1 0,0-1 1,1 0-1,-1 1 0,0-1 1,0 1-1,1-1 0,-1 1 1,0-1-1,0 0 0,0 1 0,1-1 1,-1 1-1,0-1 0,0 1 1,0-1-1,0 1 0,0-1 1,0 1-1,0-1 0,0 1 1,0 0-1,-1 2 21,-1 1-1,1-1 1,-1 1 0,0-1 0,0 0-1,0 0 1,0 0 0,-1 0 0,1 0-1,-6 4 1,-21 21 649,-2-1 1,0-1-1,-39 23 0,46-34-683,19-11 0,19-12 0,357-200 0,-25 22-164,1291-614-3604,-1370 676 2841,-166 75 372,-189 85 408,-188 84 147,-162 76-164,-118 59-655,-1185 516-1871,457-206 2619,1100-482 754,164-74-591,0 0 0,-29 21 0,48-30-91,1 0 0,-1 0-1,1 1 1,0-1 0,-1 0 0,1 0-1,-1 1 1,1-1 0,0 0 0,0 1-1,-1-1 1,1 0 0,0 1-1,-1-1 1,1 1 0,0-1 0,0 1-1,0-1 1,0 0 0,-1 1 0,1-1-1,0 1 1,0-1 0,0 1 0,0-1-1,0 1 1,0-1 0,0 0 0,0 1-1,0-1 1,0 1 0,1 0 0,0 0-1,0 0 0,0-1 0,0 1 1,0 0-1,0-1 0,1 1 0,-1-1 0,0 1 1,1-1-1,-1 0 0,0 1 0,0-1 1,1 0-1,1 0 0,27 1 0,58-7 0,140-24 0,105-38 164,72-33 655,1017-254-273,-988 254-709,-66 11-657,-87 18-67,-186 47 641,135-28 149,-225 52 176,0 1 0,1-1 0,-1 1 0,0 0 0,11 1 0,-16-1-70,0 0 0,0 0-1,1 0 1,-1 0 0,0 0 0,1 0 0,-1 0-1,0 0 1,0 1 0,1-1 0,-1 0 0,0 0 0,0 0-1,1 0 1,-1 0 0,0 1 0,0-1 0,0 0-1,1 0 1,-1 0 0,0 1 0,0-1 0,0 0-1,0 0 1,1 1 0,-1-1 0,0 0 0,0 0 0,0 1-1,0-1 1,0 0 0,0 1 0,0-1 0,0 0-1,0 0 1,0 1 0,0-1 0,0 0 0,0 1 0,0-1-1,0 0 1,0 0 0,0 1 0,0-1 0,0 0-1,0 0 1,-1 1 0,1-1 0,0 0 0,0 0-1,0 1 1,0-1 0,-1 0 0,1 0 0,-8 7 92,1 0 0,-1-1 1,-1 0-1,1 0 1,-1-1-1,-10 4 0,-167 76 184,-989 365 1014,549-216-325,198-75 153,399-148-1076,1 1 0,1 1 0,-1 1 1,-36 27-1,63-40 13,-1 0 0,1 1 1,-1-1-1,1 0 0,-1 0 1,1 1-1,0-1 1,0 1-1,-1-1 0,0 4 1,5 1 450,14-1 64,10-4-235,0-1 0,1-1 0,35-6 0,-29 3-230,338-54 124,-106 14-1740,-187 33-5324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6:08.4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7015 1647 24575,'-256'9'0,"80"-1"0,-794 67-771,663-34 961,305-40-190,-1-1 0,1 0 0,-1 0 0,1 1 0,0-1 0,-1 1 0,1 0 0,0 0 0,-4 2 0,6-3 0,0 1 0,-1-1 0,1 0 0,0 0 0,0 1 0,0-1 0,0 0 0,1 1 0,-1-1 0,0 0 0,0 0 0,0 1 0,0-1 0,0 0 0,0 1 0,0-1 0,0 0 0,1 0 0,-1 1 0,0-1 0,0 0 0,0 0 0,0 0 0,1 1 0,-1-1 0,0 0 0,0 0 0,1 0 0,-1 0 0,0 1 0,0-1 0,1 0 0,-1 0 0,0 0 0,0 0 0,1 0 0,-1 0 0,0 0 0,1 0 0,-1 0 0,1 0 0,51 14 0,330 29 570,-348-40-559,-14-1-11,7 1 0,51-1 0,-76-3 0,-1 1 0,0 0 0,0 0 0,1 0 0,-1-1 0,0 1 0,0 0 0,1-1 0,-1 1 0,0-1 0,0 1 0,0-1 0,2-1 0,-3 1 0,1 1 0,-1 0 0,0-1 0,0 1 0,1-1 0,-1 1 0,0 0 0,0-1 0,0 1 0,0-1 0,0 1 0,1-1 0,-1 1 0,0-1 0,0 1 0,0-1 0,0 1 0,0-1 0,-1 1 0,1 0 0,0-1 0,0 1 0,0-1 0,0 1 0,-1-1 0,-1-3 0,0 0 0,-1 1 0,0-1 0,1 1 0,-1 0 0,-1 0 0,-3-3 0,-16-12 0,-1 2 0,-1 1 0,0 0 0,-1 2 0,-1 1 0,-28-9 0,-104-34-265,-1 6 0,-246-41 0,174 56-188,-285-5-1,-36 48 85,634-7 369,1004-22 334,-682-8-65,-138 7-121,-247 20-148,-25 2 3,-42 4 151,48-5-148,-1925 158-1130,1071-88 519,654-59 1588,188-8 153,41 3-522,244 37-537,337 11-1,-530-52-76,-78-2 0,35-3 0,-36 3 0,0 0 0,0 0 0,0 0 0,0-1 0,0 1 0,1 0 0,-1 0 0,0 0 0,0 0 0,0 0 0,0 0 0,0 0 0,0 0 0,0-1 0,0 1 0,1 0 0,-1 0 0,0 0 0,0 0 0,0 0 0,0-1 0,0 1 0,0 0 0,0 0 0,0 0 0,0 0 0,0 0 0,0-1 0,0 1 0,0 0 0,0 0 0,0 0 0,0 0 0,0-1 0,0 1 0,0 0 0,0 0 0,0 0 0,-1 0 0,1 0 0,0 0 0,0-1 0,0 1 0,0 0 0,0 0 0,0 0 0,0 0 0,0 0 0,-1 0 0,1 0 0,0 0 0,0-1 0,0 1 0,0 0 0,0 0 0,-1 0 0,-22-12 0,-62-19 0,-126-30 0,-68-1-164,-882-114-2621,-459 49-270,1553 124 3219,49 0 492,24-3-243,45-8 57,111-20-326,101-32 10,79-22 460,1835-598-3117,-1859 565 2343,87-26-640,-311 113 800,-92 34 4,-1-1 0,1 0 1,-1 1-1,0-1 0,1 0 1,-1 0-1,0 1 0,0-1 0,0 0 1,1 0-1,-1-1 0,0 1 1,0 0-1,1-2 0,-2 2 2,0 1 0,0-1 0,0 1 0,0-1 0,0 1-1,0-1 1,0 1 0,0 0 0,-1-1 0,1 1 0,0-1 0,0 1 0,0 0-1,-1-1 1,1 1 0,0 0 0,0-1 0,-1 1 0,1 0 0,0-1-1,-1 1 1,1 0 0,0-1 0,-1 1 0,1 0 0,-1 0 0,1 0-1,0-1 1,-1 1 0,1 0 0,-1 0 0,-7-3 135,1 1 0,-1 0 0,0 0 0,-10 0 0,-116-8 1123,-150 8 0,222 3-970,-90 4 49,0 7 0,1 6 0,-230 59 0,-38 40-1833,-645 276-1,794-266 1370,260-122 176,0 0 0,0 1 0,1 0 0,0 0 0,0 1-1,-12 12 1,20-18-31,0 0-1,0 0 1,0 0 0,1 0-1,-1 0 1,1 0-1,-1 0 1,1 0-1,-1 1 1,1-1-1,-1 0 1,1 0 0,0 0-1,0 1 1,0-1-1,0 0 1,0 0-1,0 0 1,0 1-1,0-1 1,0 0-1,0 0 1,1 1 0,0 0-1,0 1 13,1-1 0,0 1 0,0-1 0,0 0-1,1 0 1,-1 0 0,0 0 0,1 0 0,-1-1 0,1 1 0,0-1 0,0 0-1,-1 1 1,6 0 0,9 4 142,1-1 0,0-1 1,0 0-1,0-1 0,22 0 0,103-5 549,623-91-930,-695 81 190,978-177-2406,-266 44 620,-1 27 311,-455 86 2115,-313 31-523,30-3 59,-44 4-158,0 0 0,0 0 0,0 0 1,0 0-1,0 0 0,0 0 0,0 0 0,0 0 1,0 0-1,0 0 0,0-1 0,0 1 0,0 0 1,0 0-1,0 0 0,0 0 0,0 0 0,0 0 0,0 0 1,0 0-1,0 0 0,0-1 0,0 1 0,0 0 1,0 0-1,0 0 0,0 0 0,0 0 0,0 0 0,0 0 1,0 0-1,0 0 0,0 0 0,0 0 0,0 0 1,0-1-1,1 1 0,-1 0 0,0 0 0,0 0 1,0 0-1,0 0 0,0 0 0,0 0 0,0 0 0,0 0 1,0 0-1,0 0 0,1 0 0,-1 0 0,0 0 1,0 0-1,0 0 0,-24-4 652,-455-77 515,279 45-358,-20 0-14,-300-10 0,466 47-658,0 1 0,0 3 0,0 3 0,1 1 0,0 3 0,0 2 0,2 3 1,0 2-1,-74 38 0,115-52-46,1 0 1,0 0 0,0 1 0,0 0-1,-12 13 1,20-18-97,1-1 0,-1 1 0,1 0 0,-1-1 0,1 1 0,-1 0 0,1-1 0,-1 1 0,1 0 0,0 0 0,0 0 0,-1-1 0,1 1 0,0 0 0,0 0 0,0 0 0,0 0 0,0 0 0,0-1 0,0 1 0,0 0 0,0 0 0,1 0 0,-1 0 0,0-1 0,0 1 0,1 0 0,-1 0 0,0-1 0,1 1 0,0 1 0,23 19 0,-23-20 0,19 12 0,0-1 0,0-2 0,1 0 0,0-1 0,33 9 0,117 24 0,-154-39 0,57 11-682,89 6-1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6:10.5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355 0 24575,'24'7'0,"36"5"0,0 0 0,6 4 0,51 14 0,-113-29 0,0 0 0,-1 1 0,0-1 0,1 1 0,-1-1 0,0 1 0,1 0 0,-1 0 0,0 0 0,0 1 0,-1-1 0,1 1 0,0 0 0,-1-1 0,0 1 0,4 6 0,-5-6 0,-1-1 0,1 1 0,-1 0 0,0 0 0,0-1 0,0 1 0,0 0 0,0 0 0,0-1 0,-1 1 0,0 0 0,1-1 0,-1 1 0,0 0 0,0-1 0,-1 1 0,1-1 0,0 0 0,-1 1 0,1-1 0,-1 0 0,0 0 0,-3 4 0,-6 5 0,-1 1 0,0-2 0,0 0 0,-1 0 0,0-1 0,-18 10 0,-93 38 0,102-48 0,-348 133 0,359-139 0,-34 10 0,43-12 0,-1-1 0,1 1 0,-1-1 0,1 0 0,-1 1 0,1-1 0,-1-1 0,1 1 0,-1 0 0,1 0 0,-1-1 0,-3-1 0,6 2 0,-1-1 0,0 1 0,1-1 0,0 0 0,-1 1 0,1-1 0,-1 0 0,1 1 0,0-1 0,0 0 0,-1 0 0,1 1 0,0-1 0,0 0 0,0 0 0,0 1 0,0-1 0,0 0 0,0 0 0,0 0 0,0 1 0,0-1 0,0 0 0,0 0 0,1 1 0,-1-1 0,0 0 0,0 1 0,1-1 0,-1 0 0,1 1 0,-1-1 0,0 0 0,1 1 0,0-2 0,7-10 0,1 0 0,0 0 0,0 1 0,1 1 0,1-1 0,-1 1 0,14-8 0,11-7 0,46-25 0,87-37-1365,-107 54-5461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7:05.5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4392 2744 24575,'311'-154'0,"-5"0"-164,100-49-655,690-344-1491,10 25-1278,-1003 473 2019,-282 142 2604,30-13-472,-195 94 63,-133 68-421,-125 63-346,-93 57-678,-60 54-164,-401 244-435,-67 37-113,529-307 548,123-70 0,136-78 47,139-81 304,159-92 678,131-68 105,11-7 46,38-23 274,160-99 509,140-84-10,122-61-72,97-54-485,1470-788-718,-1172 650-555,-480 256 368,-96 49-160,-99 53 664,-118 70 806,-133 77 37,-126 60-554,-960 423 2407,787-379-797,300-125-1209,56-19-491,8-3 51,31-15 492,69-30-327,139-45 1,127-23-212,-213 70 231,111-33-172,356-122 138,-526 160-403,152-89-1,76-78-83,-288 185 54,154-102-100,399-274-139,-540 366 255,277-180-124,-302 201 119,0 1 1,41-15-1,-60 26 9,0-1 0,0 0 0,-1 1 0,1-1 0,0 1 0,0 0 0,0 0 0,0 0 0,0 0 0,0 0 0,0 0 0,0 0 0,-1 0 0,4 1 0,-4 0 0,-1-1 0,0 1 0,1-1 0,-1 0 0,1 1 0,-1-1 0,0 1 0,0-1 0,1 1 0,-1-1 0,0 1 0,0-1 0,1 1 0,-1-1 0,0 1 0,0-1 0,0 1 0,0 0 0,0-1 0,0 1 0,0-1 0,0 1 0,0-1 0,0 1 0,0-1 0,0 1 0,-1 0 0,1-1 0,0 1 0,-1 0 0,-2 6 0,0 0 0,-1-1 0,0 1 0,0-1 0,-10 11 0,-45 43 0,-2-3 0,-105 75 0,97-79 0,-135 105 983,190-148-783,-11 11 560,77-43-290,114-60-381,122-73-253,112-58-655,1714-877-3965,-1826 943 3670,-147 73 131,-101 50 479,-32 18 400,-9 4 88,-19 9 223,0 1-1,-25 14 1,-220 116 595,-192 117-806,-162 86-706,-104 61 164,-2130 1088-2348,2370-1260 2075,134-71-11,125-64 623,200-84 258,-1-2 0,-27 7 0,47-18 100,9-4 46,28-20 275,132-84 511,119-65 0,95-54 0,453-261 684,653-398-3025,-1310 781 1183,-56 36 1004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7:09.8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5 269 24575,'864'-155'0,"-812"151"0,-52 4 0,1 0 0,-1 0 0,0 0 0,1 0 0,-1 0 0,1 0 0,-1 0 0,0 0 0,1 0 0,-1 0 0,1 0 0,-1 0 0,0 0 0,1 0 0,-1 1 0,0-1 0,1 0 0,-1 0 0,0 0 0,1 1 0,-1-1 0,0 0 0,1 0 0,-1 1 0,0-1 0,1 0 0,-1 0 0,0 1 0,0-1 0,0 0 0,1 1 0,-1-1 0,0 1 0,0-1 0,0 0 0,0 1 0,0-1 0,0 0 0,0 1 0,1-1 0,-1 1 0,0-1 0,0 0 0,0 1 0,-1-1 0,1 1 0,0-1 0,0 0 0,0 1 0,0-1 0,0 0 0,0 1 0,-1-1 0,1 1 0,0-1 0,-3 4 0,0 0 0,-1 0 0,1 0 0,-1-1 0,1 1 0,-1-1 0,0 0 0,0 0 0,-9 4 0,-50 21 0,43-19 0,-156 56 0,-226 54 0,238-75 0,113-33 0,42-12 0,11-6 0,7-2 0,1 1 0,0 0 0,1 1 0,0 0 0,0 1 0,0 0 0,14-5 0,9-5 0,211-97 0,299-94 0,-518 198-455,-1 1 0,45-7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6:53.5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 1762 24575,'-14'-1'0,"0"-1"0,0 0 0,0-1 0,0 0 0,0-1 0,0-1 0,1 0 0,0-1 0,0-1 0,-13-8 0,16 10 0,9 4 0,-1 1 0,1-1 0,-1 0 0,1 1 0,0-1 0,0 0 0,-1 0 0,1 0 0,0 0 0,0 0 0,0 0 0,0 0 0,0-1 0,0 1 0,1 0 0,-1 0 0,-1-3 0,2 2 0,0 0 0,1 1 0,-1-1 0,0 0 0,1 0 0,-1 1 0,1-1 0,0 1 0,0-1 0,-1 0 0,1 1 0,0 0 0,0-1 0,1 1 0,-1-1 0,0 1 0,0 0 0,1 0 0,2-2 0,23-19 0,1 2 0,1 0 0,0 2 0,48-21 0,-30 15 0,591-268-730,24 33-158,-556 218 862,-60 25 26,-1-2 0,-1-3 0,80-49 0,-122 69 0,0 0 1,0-1-1,0 1 1,0-1-1,0 0 0,-1 0 1,1 1-1,0-1 1,-1 0-1,0 0 0,1 0 1,0-4-1,-1 5-1,-1-1 1,0 1-1,0 0 1,0 0-1,1 0 0,-1 0 1,-1-1-1,1 1 0,0 0 1,0 0-1,0 0 0,-1 0 1,1-1-1,0 1 1,-1 0-1,1 0 0,-1 0 1,1 0-1,-2-1 0,-2-3 19,0 1-1,-1-1 0,0 1 0,0 1 0,0-1 0,0 1 0,0-1 1,-1 1-1,-5-2 0,-27-11 237,1 2 1,-2 1-1,0 2 0,-43-7 1,-169-14-164,224 29-138,-352-26-693,-543 28 0,736 14 513,-212 43 0,331-42 227,48-7-21,19-7 21,0 0 0,0 0-1,0 0 1,0 0 0,0 0-1,0 0 1,0 0 0,1 0-1,-1 0 1,0 0 0,0 0 0,0 0-1,0 0 1,0 1 0,0-1-1,0 0 1,0 0 0,0 0-1,0 0 1,1 0 0,-1 0 0,0 0-1,0 0 1,0 0 0,0 0-1,0 0 1,0 0 0,0 0-1,0 0 1,0 1 0,0-1 0,0 0-1,0 0 1,0 0 0,0 0-1,0 0 1,0 0 0,0 0-1,0 0 1,0 0 0,0 1 0,0-1-1,0 0 1,0 0 0,0 0-1,0 0 1,0 0 0,0 0-1,0 0 1,0 0 0,0 0 0,0 1-1,0-1 1,0 0 0,0 0-1,0 0 1,0 0 0,0 0-1,0 0 1,0 0 0,0 0-1,-1 0 1,1 0 0,0 0 0,0 0-1,0 0 1,0 0 0,44 1 204,456-61 1073,-413 46-1373,1050-194-1234,-838 131 778,-106 24 379,-188 51 173,1 1 0,0-1 0,0 1 0,0 1 0,11-1 0,-17 1 0,0 0 0,0 0 0,1 1 0,-1-1 0,0 0 0,0 0 0,0 0 0,0 1 0,0-1 0,0 0 0,0 0 0,0 0 0,0 1 0,0-1 0,-1 0 0,1 0 0,0 0 0,0 0 0,0 1 0,0-1 0,0 0 0,0 0 0,0 0 0,0 0 0,0 1 0,-1-1 0,1 0 0,0 0 0,0 0 0,0 0 0,0 0 0,0 0 0,-1 1 0,1-1 0,0 0 0,0 0 0,0 0 0,-1 0 0,1 0 0,0 0 0,0 0 0,0 0 0,0 0 0,-1 0 0,1 0 0,0 0 0,0 0 0,-1 0 0,-29 13 0,-666 187 1449,226-76-668,420-107-781,41-10 0,13-3 0,7-1 2,0 0 1,1-2-1,0 1 0,-1-1 0,1-1 1,18-2-1,-4 2 79,759-65 381,-641 48-442,-119 13-20,-64 7 0,-102 16-200,0 7 0,1 5 0,-139 52 0,20 15 120,-369 196-1,596-277 81,0 1 0,1 2 0,-45 39 0,71-54 0,13-7 0,589-282 272,-339 154-563,572-249-680,-233 82 90,-534 259 881,-32 18 0,1 1 0,40-16 0,-72 35 0,1 0 0,-1-1 0,0 1 0,1 0 0,-1 0 0,0 0 0,1-1 0,-1 1 0,0 0 0,1 0 0,-1 0 0,1 0 0,-1 0 0,0 0 0,1 0 0,-1 0 0,1 0 0,-1 0 0,0 0 0,1 0 0,-1 0 0,1 0 0,-1 0 0,0 0 0,1 0 0,-1 0 0,0 1 0,1-1 0,-1 0 0,1 0 0,-1 0 0,0 1 0,1-1 0,-14 18 0,-100 76 0,-113 78 0,-97 62-164,-1493 1163-2813,1473-1120 2428,215-170 528,122-99 42,17-8 122,51-13 543,73-27-1,-34 9-254,207-62 419,91-32-562,1043-341-2601,-3-37-45,-1419 496 2379,12-6 281,-69 22 358,-509 175 842,159-49-705,-489 114-702,674-198-3553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6:56.4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1674 790 24575,'-426'0'0,"384"-2"0,49-3 0,29-4 0,109-19 0,94-11 0,85-13-164,84-7-655,-249 37 481,1592-219-3256,-1389 196 2611,-91 16 0,-122 19 65,-147 10 889,0 0-1,1 1 1,-1-1 0,0 0 0,0 1-1,0-1 1,0 1 0,0-1 0,0 1 0,3 2-1,-4-3 29,-1 0-1,0 0 0,0 1 1,0-1-1,1 0 0,-1 0 0,0 1 1,0-1-1,0 0 0,0 1 0,0-1 1,0 0-1,1 1 0,-1-1 1,0 0-1,0 0 0,0 1 0,0-1 1,0 0-1,0 1 0,-1-1 1,1 0-1,0 1 0,0-1 0,0 0 1,0 1-1,0-1 0,0 0 1,0 0-1,-1 1 0,1-1 0,0 0 1,0 1-1,0-1 0,-1 0 1,1 0-1,0 0 0,0 1 0,-1-1 1,1 0-1,0 0 0,0 0 0,-1 1 1,-10 5 121,1 0 0,-1-1 0,0-1 0,0 1 0,-18 3 0,-147 35 738,-316 29 344,-16-29 99,386-34-1227,-299 20-45,-360 32 1336,683-52-1326,36-5-6,0 2 0,1 4 0,-86 23 0,128-24 478,19-9-503,0 0 1,0 1-1,0-1 0,0 0 0,0 0 1,0 0-1,0 0 0,0 0 0,0 1 1,0-1-1,0 0 0,0 0 0,-1 0 1,1 0-1,0 1 0,0-1 0,0 0 1,0 0-1,0 0 0,1 1 0,-1-1 1,0 0-1,0 0 0,0 0 0,0 0 1,0 0-1,0 1 0,0-1 0,0 0 1,0 0-1,0 0 0,0 0 0,1 0 1,-1 1-1,0-1 0,0 0 0,0 0 1,0 0-1,0 0 0,0 0 0,1 0 1,-1 0-1,0 0 0,0 0 0,0 1 1,0-1-1,1 0 0,-1 0 0,0 0 1,42 7 615,566 3-356,-505-13-577,1109-86-167,-1189 89 476,-32 6 0,-50 13 0,-322 80-573,-564 71 1,805-154 1283,78-12-345,59-6-321,8-1-15,37-11-4,121-29-22,127-28-168,119-24-655,1317-260-2433,-661 141 606,-832 167 1663,-87 20 328,-110 23 845,-31 5-14,-8 2-1,-26 8 6,-51 13 1,-175 38-132,-106 20 114,-921 173 1253,-16-68-1229,881-150 1480,376-34-1375,14-1-66,0-1-1,-33-2 1,82-4-224,860-127 3206,-811 122-3188,822-107 10,-755 103-31,-133 14 0,0-1 0,1 1 0,-1 1 0,1-1 0,9 2 0,-14-1 0,-1-1 0,0 0 0,0 0 0,1 0 0,-1 0 0,0 0 0,0 0 0,1 1 0,-1-1 0,0 0 0,0 0 0,0 0 0,1 1 0,-1-1 0,0 0 0,0 0 0,0 1 0,0-1 0,0 0 0,0 0 0,1 1 0,-1-1 0,0 0 0,0 0 0,0 1 0,0-1 0,0 0 0,0 0 0,0 1 0,0-1 0,0 0 0,0 0 0,0 1 0,0-1 0,0 0 0,-1 1 0,1-1 0,0 0 0,0 0 0,0 1 0,0-1 0,0 0 0,0 0 0,-1 0 0,1 1 0,0-1 0,0 0 0,0 0 0,-1 0 0,1 1 0,0-1 0,0 0 0,0 0 0,-1 0 0,1 0 0,0 0 0,-1 0 0,1 0 0,0 1 0,-18 10 0,-1-1 0,-31 14 0,-212 85 0,-165 58-164,-124 51-655,-68 21-165,-590 237-948,701-264 1248,102-39 434,108-48-230,-16 15 360,300-134 120,-19 12 0,33-18 0,-1 0 0,1 0 0,0 1 0,0-1 0,0 0 0,0 0 0,0 0 0,0 0 0,0 0 0,0 1 0,0-1 0,0 0 0,0 0 0,0 0 0,0 0 0,0 1 0,0-1 0,0 0 0,0 0 0,0 0 0,0 0 0,1 0 0,-1 0 0,0 1 0,0-1 0,0 0 0,0 0 0,0 0 0,0 0 0,0 0 0,0 0 0,0 1 0,1-1 0,-1 0 0,0 0 0,0 0 0,0 0 0,0 0 0,0 0 0,1 0 0,-1 0 0,0 0 0,0 0 0,0 0 0,0 0 0,0 0 0,1 0 0,-1 0 0,0 0 0,0 0 0,0 0 0,0 0 0,0 0 0,1 0 0,-1 0 0,0 0 0,0 0 0,0 0 0,31-1 0,226-30 0,-133 13 0,950-94 1468,-477 55-911,93-53-471,-647 98-99,-43 12 13,0 0 0,0 0 1,0 0-1,0 0 1,-1 0-1,1 0 1,0 0-1,0 0 0,0-1 1,0 1-1,0 0 1,0 0-1,0 0 1,0 0-1,0 0 0,0 0 1,0 0-1,0-1 1,0 1-1,0 0 0,0 0 1,0 0-1,0 0 1,0 0-1,0 0 1,0 0-1,0-1 0,0 1 1,0 0-1,0 0 1,0 0-1,0 0 1,0 0-1,0 0 0,0 0 1,1 0-1,-1 0 1,0-1-1,0 1 0,0 0 1,0 0-1,0 0 1,0 0-1,0 0 1,0 0-1,0 0 0,1 0 1,-1 0-1,0 0 1,0 0-1,0 0 1,0 0-1,0 0 0,0 0 1,0 0-1,0 0 1,1 0-1,-1 0 1,0 0-1,0 0 0,-28 0 151,-183 29 1198,111-12-895,-1277 218-462,1245-209-5520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7:24.7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769 356 24575,'62'-12'0,"323"-74"0,-378 84 0,46-10 0,-52 12 0,-1 0 0,0 0 0,0 0 0,0 0 0,1 0 0,-1 0 0,0 0 0,0 0 0,0 0 0,1 0 0,-1 0 0,0 0 0,0 0 0,0 0 0,0 0 0,1 0 0,-1 0 0,0 0 0,0 0 0,0 0 0,1 0 0,-1 0 0,0 0 0,0 0 0,0 0 0,0 1 0,1-1 0,-1 0 0,0 0 0,0 0 0,0 0 0,0 0 0,0 0 0,1 1 0,-1-1 0,0 0 0,0 0 0,0 0 0,0 0 0,0 1 0,0-1 0,0 0 0,0 0 0,0 0 0,0 1 0,0-1 0,0 0 0,0 0 0,0 0 0,0 1 0,0-1 0,0 0 0,0 0 0,0 0 0,0 1 0,0-1 0,0 0 0,0 0 0,0 0 0,0 0 0,0 1 0,-27 22 0,-70 40 0,-117 57 0,-124 43 0,223-109 0,-37 19 0,-161 107 0,287-159 0,61-35 0,132-67 0,76-34 0,731-287-721,-904 378 721,-49 19 0,-21 5 0,0 0 0,0 0 0,0 0 0,0 0 0,0 0 0,0 0 0,0 0 0,0 0 0,0 0 0,0 0 0,0 0 0,0 0 0,0 1 0,0-1 0,0 0 0,0 0 0,0 0 0,0 0 0,0 0 0,0 0 0,0 0 0,0 0 0,0 0 0,0 0 0,0 0 0,1 0 0,-1 0 0,0 0 0,0 0 0,0 0 0,0 0 0,0 0 0,0 0 0,0 0 0,0 0 0,0 0 0,0 0 0,0 0 0,0 0 0,0 0 0,1 0 0,-1 0 0,0 0 0,-30 16 0,-447 197 0,464-208 2,-431 221 717,322-160-719,122-66 0,-28 11 0,28-11 0,-1 0 0,1 0 0,0 0 0,0 0 0,0 1 0,0-1 0,0 0 0,0 0 0,0 0 0,0 0 0,0 0 0,0 0 0,-1 0 0,1 0 0,0 0 0,0 0 0,0 0 0,0 0 0,0 0 0,0 0 0,0 0 0,0 0 0,-1 0 0,1 0 0,0 0 0,0 0 0,0 0 0,0 0 0,0 0 0,0 0 0,0 0 0,-1 0 0,1 0 0,0 0 0,0 0 0,0 0 0,0 0 0,0 0 0,0 0 0,0-1 0,0 1 0,0 0 0,0 0 0,0 0 0,-1 0 0,1 0 0,0 0 0,0 0 0,0 0 0,0 0 0,0-1 0,0 1 0,0 0 0,0 0 0,0 0 0,0 0 0,0 0 0,0 0 0,0 0 0,0 0 0,0-1 0,0 1 0,14-13 0,46-31 0,1 4 0,119-58 0,-122 67 0,1083-527-1154,-1111 544 1154,-7 3 0,1 2 0,1 0 0,29-7 0,-40 17 0,-14-1 0,0 0 0,0 1 0,0-1 0,1 0 0,-1 0 0,0 1 0,0-1 0,0 0 0,0 0 0,1 1 0,-1-1 0,0 0 0,0 1 0,0-1 0,0 0 0,0 1 0,0-1 0,0 0 0,0 0 0,0 1 0,0-1 0,0 0 0,0 1 0,0-1 0,0 0 0,0 1 0,0-1 0,-1 0 0,1 0 0,0 1 0,0-1 0,-1 1 0,-5 9 0,-1 0 0,-1-1 0,-13 14 0,-294 284 5,191-193-105,-590 541-682,628-570 709,43-41 79,-50 38 0,77-70-47,28-23 246,11-8-85,40-34 784,128-80 0,-182 129-1074,0 0-1,0 0 0,0 0 1,1 1-1,-1 1 0,1 0 1,11-1-1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8:38.0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2333 0 24575,'-274'53'0,"120"-20"0,-1097 216-866,1240-247 896,-81 17 320,-181 11-1,358-36-189,-38 1-183,511-35-572,-158 12 240,177-6 150,-555 33 205,32 0 0,-50 1 0,-1 0 0,0 0 0,1 1 0,-1 0 0,0 0 0,1-1 0,-1 2 0,0-1 0,0 0 0,0 1 0,4 2 0,-6-3 5,0-1-1,0 1 1,-1 0-1,1 0 1,0 0-1,-1-1 1,1 1-1,-1 0 1,1 0-1,-1 0 1,0 0-1,1 0 1,-1 0-1,0 0 1,1 0-1,-1 0 1,0 0-1,0 0 1,0 0-1,0 0 1,0 0-1,0 0 0,0 0 1,-1 0-1,1 0 1,0 0-1,-1 0 1,1 0-1,0 0 1,-1 0-1,1 0 1,-1 0-1,1 0 1,-2 1-1,-4 5 86,-1 0-1,0 0 1,0-1 0,0 0-1,-1 0 1,-13 8-1,-38 20-133,-1-2 0,-2-2 0,-125 39 0,-212 36-369,-629 86 413,819-168 0,390-39-7,263-27 62,141-29 185,-363 45-239,-192 23-1,-21 2 0,1 1 0,-1-1 0,1 2 0,-1-1 0,1 1 0,17 3 0,-24 1 0,-10 5 0,-8 2 31,-1-1 0,0 0 1,-1-1-1,-20 7 0,-80 27 274,-19 8-95,94-32-210,24-12 0,1 0 0,1 1 0,-1 1 0,1 1 0,-26 20 0,42-30 0,-1 0 0,0 1 0,1-1 0,-1 1 0,0-1 0,1 1 0,-1-1 0,1 1 0,-1 0 0,0-1 0,1 1 0,0 0 0,-1-1 0,1 1 0,-1 0 0,1-1 0,0 1 0,-1 0 0,1 0 0,0 0 0,0-1 0,0 1 0,0 0 0,0 0 0,-1 0 0,1-1 0,1 1 0,-1 0 0,0 0 0,0 0 0,0-1 0,0 1 0,1 0 0,-1 0 0,0 0 0,1-1 0,-1 1 0,0 0 0,1-1 0,0 2 0,3 1 0,-1-1 0,1 0 0,0 1 0,-1-1 0,1-1 0,7 3 0,9 5 0,-11-3 0,-1-1 0,2 0 0,-1-1 0,0 1 0,1-2 0,0 1 0,0-2 0,0 1 0,0-1 0,0-1 0,15 1 0,50-4 0,0-4 0,137-29 0,35-3 0,-216 33-89,0 0-1,0-2 0,54-21 0,-52 17-916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8:43.0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945 508 24575,'-147'-37'0,"47"10"0,71 20 0,-258-57 0,208 50 0,-134-5 0,200 19 0,6 0 0,0 0 0,-1 0 0,1-1 0,0 0 0,0 0 0,0 0 0,-1-1 0,-5-3 0,12 5 0,1 0 0,0 0 0,-1 0 0,1-1 0,0 1 0,-1 0 0,1 0 0,0-1 0,-1 1 0,1 0 0,0-1 0,0 1 0,-1 0 0,1 0 0,0-1 0,0 1 0,0-1 0,0 1 0,-1 0 0,1-1 0,0 1 0,0 0 0,0-1 0,0 1 0,0-1 0,0 1 0,0 0 0,0-1 0,0 1 0,0-1 0,0 1 0,0 0 0,0-1 0,1 1 0,-1 0 0,0-1 0,0 1 0,0 0 0,0-1 0,1 1 0,-1 0 0,0-1 0,0 1 0,1 0 0,-1-1 0,0 1 0,1 0 0,-1 0 0,0-1 0,1 1 0,11-8 0,-1 0 0,2 0 0,-1 1 0,1 1 0,0 0 0,22-6 0,-21 7 0,192-66 0,236-48 0,-340 94 0,47-10 0,-145 34 0,1 1 0,-1-1 0,1 1 0,0 0 0,-1 0 0,1 0 0,0 1 0,-1 0 0,1-1 0,-1 2 0,1-1 0,-1 0 0,0 1 0,5 2 0,-7-3 0,-1 0 0,0 0 0,0 0 0,1 0 0,-1 0 0,0 0 0,0 1 0,0-1 0,0 0 0,0 1 0,-1-1 0,1 0 0,0 1 0,-1-1 0,1 1 0,0-1 0,-1 3 0,1-1 0,-1-1 0,0 1 0,0-1 0,-1 1 0,1 0 0,-1-1 0,1 1 0,-1-1 0,0 0 0,0 1 0,0-1 0,0 1 0,0-1 0,-2 2 0,-4 6 0,-1 0 0,0 0 0,-1-1 0,0 0 0,0-1 0,-1 0 0,0-1 0,0 0 0,-1 0 0,0-1 0,-22 9 0,-12 3 0,-80 20 0,88-30 0,-38 5 0,57-12 0,39-7 0,410-62 0,10 37 0,-398 28 0,-28 0 0,1 2 0,-1 0 0,1 0 0,-1 2 0,1 0 0,-1 1 0,23 5 0,-37-7 0,1 1 0,-1-1 0,0 1 0,1 0 0,-1 0 0,0 0 0,0-1 0,0 1 0,0 0 0,0 0 0,0 0 0,0 1 0,0-1 0,0 0 0,0 0 0,0 1 0,-1-1 0,1 0 0,0 0 0,-1 1 0,0-1 0,1 2 0,0 1 0,-1-1 0,0 0 0,0 1 0,0-1 0,0 0 0,-1 1 0,0-1 0,1 0 0,-3 5 0,-1 4 0,-2 1 0,1-2 0,-15 23 0,-7 1 0,0 0 0,-36 32 0,33-32 0,30-35 0,-1 0 0,1 1 0,0-1 0,-1 1 0,1-1 0,-1 1 0,1-1 0,0 1 0,0-1 0,-1 1 0,1-1 0,0 1 0,0-1 0,0 1 0,-1 0 0,1-1 0,0 1 0,0-1 0,0 1 0,0-1 0,0 1 0,0 0 0,0-1 0,0 1 0,1-1 0,-1 1 0,0 0 0,0-1 0,0 1 0,1-1 0,-1 1 0,0-1 0,0 1 0,1-1 0,-1 1 0,1-1 0,-1 1 0,0-1 0,1 0 0,-1 1 0,1-1 0,0 1 0,2 0 0,0-1 0,-1 1 0,1 0 0,0-1 0,0 0 0,0 0 0,0 0 0,5 0 0,55-8 0,0-2 0,88-26 0,125-53 0,225-73 0,-500 162 0,12-5 0,1 1 0,-1 0 0,1 1 0,22-2 0,-22 8 0,-13 5 0,-23 16 0,-14 6 0,-1-1 0,-1-3 0,-58 31 0,31-19 0,-251 135 0,193-109 0,112-59 0,-3 4 0,35-13 0,264-81 0,-22 6 0,5 2 0,176-46 0,-408 114 0,63-7 0,-98 16 0,-1-1 0,1 1 0,0 0 0,-1 0 0,1 0 0,0 0 0,0 0 0,-1 0 0,1 0 0,0 0 0,-1 0 0,1 0 0,0 1 0,0-1 0,-1 0 0,1 0 0,0 1 0,-1-1 0,1 0 0,-1 1 0,1-1 0,0 1 0,-1-1 0,1 1 0,-1 0 0,0 0 0,0-1 0,0 1 0,0 0 0,0-1 0,0 1 0,0 0 0,-1-1 0,1 1 0,0 0 0,-1-1 0,1 1 0,0 0 0,-1-1 0,1 1 0,-1-1 0,1 1 0,-1-1 0,0 1 0,-34 27 0,33-26 0,-127 80 0,111-65 0,18-16 0,-1-1 0,1 0 0,0 1 0,0-1 0,0 0 0,0 1 0,0-1 0,0 0 0,0 1 0,0-1 0,0 0 0,0 1 0,0-1 0,0 0 0,0 1 0,0-1 0,0 0 0,0 1 0,0-1 0,0 0 0,1 1 0,-1-1 0,0 0 0,0 1 0,0-1 0,0 0 0,1 1 0,-1-1 0,0 0 0,0 0 0,1 1 0,-1-1 0,1 0 0,2 2 0,1-1 0,0 1 0,0-1 0,0 0 0,0 0 0,0 0 0,0-1 0,5 1 0,145 2 0,-64-4 0,-83 1 0,1 1 0,0-1 0,-1 1 0,1 0 0,10 4 0,-17-5 0,0 1 0,1-1 0,-1 1 0,0-1 0,0 1 0,-1-1 0,1 1 0,0 0 0,0 0 0,0-1 0,0 1 0,0 0 0,-1 0 0,1 0 0,0 0 0,-1 0 0,1 0 0,0 1 0,-1 0 0,0-1 0,0 1 0,1-1 0,-1 1 0,-1-1 0,1 1 0,0-1 0,0 1 0,-1-1 0,1 1 0,-1-1 0,1 1 0,-1-1 0,1 1 0,-1-1 0,0 0 0,0 1 0,-1 0 0,-14 18 0,-1 0 0,-2-1 0,0-1 0,-28 20 0,43-34 0,-336 256-1365,284-223-5461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8:45.8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103 1592 24575,'0'-3'0,"1"0"0,-1 0 0,1 0 0,0 0 0,0 0 0,0 0 0,0 0 0,0 0 0,1 0 0,-1 0 0,1 1 0,3-5 0,31-30 0,-22 23 0,53-50 0,2 3 0,94-62 0,167-85 0,-184 127 0,-142 79 0,-1 0 0,1 0 0,-1 0 0,1-1 0,-1 1 0,0-1 0,0 0 0,0 0 0,0 0 0,-1-1 0,1 1 0,-1 0 0,0-1 0,2-4 0,-3 6 0,-1-1 0,0 1 0,0 0 0,0-1 0,0 1 0,0 0 0,-1-1 0,1 1 0,-1 0 0,1 0 0,-1-1 0,0 1 0,0 0 0,0 0 0,0 0 0,0 0 0,-1 0 0,1 0 0,0 0 0,-1 0 0,0 1 0,1-1 0,-1 1 0,0-1 0,-3-2 0,-13-9 0,1 0 0,-2 1 0,0 1 0,-20-8 0,-87-33 0,59 26 0,43 16 0,-32-14 0,0 3 0,-99-24 0,146 44 0,0 0 0,0 0 0,0 1 0,0 0 0,-1 0 0,1 1 0,0 1 0,0-1 0,0 1 0,1 1 0,-11 4 0,-3 2 0,2 2 0,-1 1 0,-20 15 0,34-22 0,-27 17 0,32-21 0,1 0 0,0 0 0,-1 0 0,1 0 0,-1-1 0,0 1 0,1-1 0,-1 1 0,1-1 0,-1 1 0,0-1 0,1 0 0,-1 0 0,0 0 0,1 0 0,-1 0 0,-2-1 0,3 1 0,1-1 0,0 0 0,-1 1 0,1-1 0,0 1 0,-1-1 0,1 0 0,0 1 0,0-1 0,0 0 0,-1 1 0,1-1 0,0 0 0,0 1 0,0-1 0,0 0 0,0 1 0,0-1 0,1 0 0,-1 1 0,0-1 0,0 0 0,0 1 0,0-1 0,1 0 0,-1 1 0,0-1 0,1 1 0,-1-1 0,1 1 0,-1-1 0,1 0 0,10-17 0,1 1 0,0 0 0,2 0 0,0 1 0,17-14 0,-21 19 0,169-178 0,114-112 0,-288 296 0,1 0 0,0 0 0,-1-1 0,1 0 0,7-11 0,-13 16 0,1 0 0,-1 0 0,1 0 0,-1 0 0,0 1 0,1-1 0,-1 0 0,0 0 0,0 0 0,0 0 0,1 0 0,-1 0 0,0 0 0,0 0 0,0 0 0,-1 0 0,1 0 0,0 0 0,-1-1 0,1 1 0,-1 0 0,0 0 0,0 0 0,0 0 0,1 1 0,-1-1 0,0 0 0,0 0 0,0 1 0,-1-1 0,1 0 0,0 1 0,0-1 0,0 1 0,0 0 0,-1-1 0,1 1 0,0 0 0,-2-1 0,-21-1 0,1 0 0,-1 2 0,0 0 0,0 2 0,-41 7 0,18-2 0,-396 67 0,680-94 0,-230 19 0,31-1 0,331-5 0,-348 8 0,0 1 0,35 8 0,-50-9 0,-1 1 0,1 0 0,-1 0 0,0 1 0,0-1 0,8 6 0,-11-7 0,0 1 0,-1-1 0,1 1 0,-1-1 0,1 1 0,-1-1 0,0 1 0,1 0 0,-1 0 0,0 0 0,0 0 0,0 0 0,0 0 0,-1 0 0,1 0 0,-1 0 0,1 3 0,-1 0 0,0-1 0,-1 0 0,1 0 0,-1 0 0,0 0 0,-1 1 0,1-1 0,-1-1 0,1 1 0,-1 0 0,-1 0 0,1-1 0,0 1 0,-1-1 0,0 1 0,1-1 0,-1 0 0,0 0 0,-1-1 0,-4 4 0,-11 9 0,-1-2 0,-30 15 0,37-20 0,-23 12 194,8-3-974,-41 16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8:52.3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 37 24575,'27'1'0,"-1"2"0,29 5 0,4 2 0,78 5 0,174 23 0,-146-18 0,302-4 0,-294-17 0,-162 3 0,-29 4 0,10-4 0,-156 45 0,-206 93-294,2 32-201,122-55 341,170-82 154,-258 130 0,299-139 0,35-26 0,0 0 0,0 0 0,0 0 0,-1 0 0,1 0 0,0 0 0,0 0 0,0 1 0,0-1 0,0 0 0,0 0 0,0 0 0,-1 0 0,1 0 0,0 1 0,0-1 0,0 0 0,0 0 0,0 0 0,0 0 0,0 1 0,0-1 0,0 0 0,0 0 0,0 0 0,0 0 0,0 1 0,0-1 0,0 0 0,0 0 0,0 0 0,0 0 0,0 1 0,0-1 0,0 0 0,0 0 0,0 0 0,0 0 0,1 0 0,-1 1 0,0-1 0,0 0 0,0 0 0,0 0 0,0 0 0,0 0 0,0 0 0,1 1 0,-1-1 0,0 0 0,0 0 0,0 0 0,0 0 0,1 0 0,24-2 0,56-16-89,114-43 0,87-50-329,-130 50 153,467-176-173,239-96 1140,-778 300-702,-50 23 0,-64 26 0,24-11 0,-847 461 140,381-195 105,435-249-245,39-16 0,11-4 0,8-3 122,-1 0 1,0-2 0,0 0 0,29-11 0,-15 6 110,88-28-497,-1-5 0,-2-5-1,122-69 1,-171 78-6562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8:54.3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2089 86 24575,'-37'13'0,"-45"9"0,17-5 0,-66 16 0,108-26 0,45-6 0,492-88 0,-6-1 0,-456 84 0,-37 6 0,-15-2 0,0 0 0,0 0 0,0 0 0,0 0 0,0 0 0,1 0 0,-1 0 0,0 0 0,0 0 0,0 0 0,0 0 0,0 0 0,0 0 0,0 0 0,0 0 0,0 0 0,0 1 0,0-1 0,0 0 0,1 0 0,-1 0 0,0 0 0,0 0 0,0 0 0,0 0 0,0 0 0,0 0 0,0 1 0,0-1 0,0 0 0,0 0 0,0 0 0,0 0 0,0 0 0,0 0 0,0 0 0,0 0 0,0 0 0,0 1 0,0-1 0,0 0 0,0 0 0,0 0 0,0 0 0,-1 0 0,1 0 0,0 0 0,0 0 0,0 0 0,0 0 0,0 1 0,0-1 0,0 0 0,0 0 0,0 0 0,0 0 0,0 0 0,-1 0 0,-30 12 0,-180 26 0,142-28 0,-2229 392-2359,2151-373 1323,42-9-3760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8:58.8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764 1 24575,'14'1'0,"0"1"0,0 0 0,-1 1 0,1 1 0,20 8 0,12 3 0,2-1 0,159 53 0,-186-58 0,1 1 0,-1 0 0,-1 2 0,0 1 0,0 0 0,-1 1 0,20 20 0,-32-26 0,1 1 0,-2 0 0,1 0 0,-1 0 0,0 1 0,-1 0 0,0 0 0,-1 0 0,7 22 0,-10-27 0,0 1 0,0-1 0,0 1 0,-1-1 0,1 0 0,-1 1 0,0-1 0,-1 1 0,0-1 0,0 1 0,0-1 0,0 0 0,-1 1 0,0-1 0,0 0 0,0 0 0,0 0 0,-1-1 0,0 1 0,0 0 0,0-1 0,-6 5 0,1-1 0,-2-1 0,1 0 0,-1 0 0,0-1 0,0 0 0,0-1 0,-1 0 0,0-1 0,0 0 0,0-1 0,-1 0 0,-18 2 0,15-3 0,1-1 0,-1 0 0,0-2 0,1 1 0,-1-2 0,1 0 0,-1-1 0,1 0 0,-22-8 0,27 5 0,15 4 0,25 5 0,36 8 0,124 38 0,68 42 0,-238-83 0,75 27-33,659 270-849,-715-287 882,-1 2 0,-1 2 0,55 41 0,-90-61 4,1 1 49,-1-1 0,0 1 0,1 0 0,-1 0 1,-1 0-1,1 0 0,0 0 0,3 7 0,-6-9-40,1 0 0,-1 0 0,0-1 0,0 1 0,0 0 0,0-1 0,0 1 0,0 0 0,0 0 0,0-1 0,0 1 0,0 0 0,0-1 0,-1 1 0,1 0 0,0-1 0,0 1 0,-1 0 0,1-1 0,0 1 0,-1 0 0,0 0 0,-1 1 1,0 0-1,0-1 1,0 1-1,0 0 0,0-1 1,0 0-1,-1 1 0,1-1 1,-3 1-1,-31 12-13,-1-1 0,-71 14 0,-84 2 0,160-25 0,-653 38 0,317-29 0,335-10 0,26-1 0,-1-1 0,0 0 0,0-1 0,0 1 0,0-2 0,-15-1 0,23 1 0,0 0 0,1 0 0,-1 0 0,1 0 0,-1 0 0,1 0 0,0 1 0,-1-1 0,1 0 0,0 0 0,-1 1 0,1-1 0,0 0 0,0 1 0,0-1 0,0 1 0,-1-1 0,1 1 0,0-1 0,0 1 0,0 0 0,2-1 0,96-50 0,198-70 0,-107 59 0,-141 46 0,-45 10 0,-15 0 0,-27-2 0,-59-3 0,49 6 0,-709-40-337,-9 42 1,710 2 336,38-2 0,18 3 0,0 0 0,0 0 0,0 0 0,0 0 0,-1 0 0,1 0 0,0 0 0,0-1 0,0 1 0,0 0 0,0 0 0,-1 0 0,1 0 0,0 0 0,0 0 0,0 0 0,0 0 0,0-1 0,0 1 0,0 0 0,0 0 0,-1 0 0,1 0 0,0 0 0,0-1 0,0 1 0,0 0 0,0 0 0,0 0 0,0 0 0,0-1 0,0 1 0,0 0 0,0 0 0,0 0 0,0 0 0,0-1 0,0 1 0,0 0 0,0 0 0,0 0 0,0 0 0,1-1 0,2-2 0,0 1 0,0-1 0,1 1 0,0 0 0,-1 0 0,1 0 0,7-2 0,377-135-20,19 19-623,-216 69 482,378-50 0,-552 100 161,-2-2 0,0 2 0,1-1 0,-1 2 0,1 0 0,-1 1 0,1 1 0,18 4 0,-32-5 3,-1-1 0,0 0 0,1 1 0,-1 0 0,0-1 1,1 1-1,-1 0 0,0-1 0,0 1 0,0 0 0,0 0 0,0 0 0,0 0 1,0 0-1,0 0 0,0 0 0,0 1 0,0-1 0,-1 0 0,1 0 0,0 1 1,-1-1-1,1 0 0,-1 1 0,0-1 0,1 1 0,-1-1 0,0 0 0,0 1 1,0-1-1,0 1 0,0-1 0,0 0 0,0 1 0,-1-1 0,1 1 0,0-1 1,-1 0-1,0 3 0,-2 3 126,-1 1-1,0 0 1,0-1 0,0 0 0,-7 8 0,-9 9 187,-29 28 0,1-3-188,44-44-128,-1 0 0,1 0 0,1 1 0,-7 9 0,10-13 0,-1 0 0,0-1 0,1 1 0,-1-1 0,1 1 0,0 0 0,-1-1 0,1 1 0,0 0 0,0 0 0,0-1 0,0 1 0,0 0 0,1-1 0,-1 1 0,0 0 0,1-1 0,-1 1 0,1 0 0,0-1 0,0 1 0,-1-1 0,1 1 0,1 0 0,3 4 0,0-2 0,1 1 0,-1-1 0,1 1 0,0-1 0,0-1 0,0 1 0,1-1 0,-1-1 0,1 1 0,0-1 0,0 0 0,9 2 0,18 2 0,48 3 0,-26-6 0,0-2 0,0-3 0,84-12 0,-130 12 0,-2 0 0,1 1 0,-1 0 0,0 0 0,1 0 0,-1 1 0,14 2 0,-22-2 0,1 0 0,0 0 0,-1 0 0,1 0 0,-1 0 0,1 0 0,-1 1 0,1-1 0,-1 0 0,1 0 0,0 0 0,-1 1 0,1-1 0,-1 0 0,1 0 0,-1 1 0,0-1 0,1 1 0,-1-1 0,1 0 0,-1 1 0,1-1 0,-1 1 0,0-1 0,0 1 0,1-1 0,-1 1 0,0-1 0,0 1 0,1-1 0,-1 1 0,0-1 0,0 1 0,0-1 0,0 1 0,0 0 0,0-1 0,0 1 0,0-1 0,0 1 0,0 0 0,0-1 0,0 1 0,0-1 0,0 1 0,-1-1 0,1 1 0,0-1 0,0 1 0,-1 0 0,-23 26 0,16-19 0,8-7 0,-1-1 0,0 1 0,0-1 0,1 1 0,-1 0 0,0-1 0,1 1 0,-1 0 0,1 0 0,-1 0 0,1-1 0,-1 1 0,1 0 0,0 0 0,-1 0 0,1 0 0,0 0 0,0 0 0,-1 0 0,1 0 0,0 0 0,0-1 0,0 1 0,0 0 0,0 0 0,1 0 0,-1 0 0,0 0 0,0 0 0,1 0 0,-1 0 0,0 0 0,1 0 0,-1-1 0,1 1 0,-1 0 0,1 0 0,-1-1 0,1 1 0,0 0 0,-1 0 0,2 0 0,3 2 0,0-1 0,0 0 0,0 0 0,0-1 0,0 1 0,0-1 0,7 1 0,82 8 0,175-4 0,-183-7 0,170 0 0,-254 1 0,2 0 0,0 0 0,0 0 0,1 1 0,-1-1 0,0 1 0,7 2 0,-11-2 0,1-1 0,-1 0 0,1 0 0,-1 1 0,1-1 0,-1 1 0,1-1 0,-1 0 0,1 1 0,-1-1 0,1 1 0,-1-1 0,0 1 0,1-1 0,-1 1 0,0-1 0,0 1 0,1-1 0,-1 1 0,0 0 0,0 0 0,0 0 0,0 1 0,0-1 0,0 1 0,0-1 0,-1 0 0,1 1 0,0-1 0,-1 0 0,1 0 0,-1 1 0,0-1 0,1 0 0,-3 2 0,-3 6 0,-1-1 0,0 0 0,0-1 0,-1 0 0,0 0 0,-1 0 0,-10 6 0,-77 41 0,-33 7-234,-184 61 0,-151 20-471,256-81 588,87-24 117,-262 71 0,365-104 0,-56 11 0,70-14 0,0 0 0,0-1 0,0 0 0,0 0 0,0 0 0,0 0 0,0-1 0,0 1 0,1-1 0,-1 0 0,0 0 0,0 0 0,-4-3 0,8 4 0,0 0 0,-1-1 0,1 1 0,-1 0 0,1-1 0,-1 1 0,1-1 0,0 1 0,-1 0 0,1-1 0,0 1 0,0-1 0,-1 1 0,1-1 0,0 0 0,0 1 0,0-1 0,-1 1 0,1-1 0,0 1 0,0-1 0,0 1 0,0-1 0,0 0 0,0 0 0,11-19 0,-2 9 0,1 1 0,1 0 0,0 1 0,0 0 0,18-11 0,77-38 0,-94 51 0,364-169-2,-151 75-6,-174 77-6,684-294-286,-509 240 237,-193 70 63,-70 26 0,-1206 418 121,1131-399-102,1-3 232,64-24-173,47-10-78,0 0 0,0 0 0,1 0 0,-1 0 0,0 0-1,0 0 1,0 0 0,0 0 0,0 0 0,0 0 0,0 0 0,0 0-1,0 0 1,0-1 0,0 1 0,0 0 0,0 0 0,0 0 0,0 0-1,0 0 1,1 0 0,-1 0 0,0 0 0,0 0 0,0-1 0,0 1-1,0 0 1,0 0 0,0 0 0,0 0 0,0 0 0,-1 0 0,1 0-1,0 0 1,0-1 0,0 1 0,0 0 0,0 0 0,0 0 0,0 0-1,0 0 1,0 0 0,0 0 0,0 0 0,0 0 0,0 0 0,0 0-1,0-1 1,-1 1 0,1 0 0,0 0 0,0 0 0,0 0 0,0 0 0,0 0-1,25-15-6,373-169 285,112-59-1718,-450 208-4366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9:01.6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1095 100 24575,'87'-3'0,"124"-18"0,78-33 0,-203 37 0,-82 16 0,28-3 0,-31 4 0,-1 0 0,0 0 0,0 0 0,0 0 0,0 0 0,0 0 0,1 0 0,-1 0 0,0 0 0,0 0 0,0 1 0,0-1 0,0 0 0,1 0 0,-1 0 0,0 0 0,0 0 0,0 0 0,0 0 0,0 0 0,0 1 0,0-1 0,0 0 0,0 0 0,1 0 0,-1 0 0,0 0 0,0 1 0,0-1 0,0 0 0,0 0 0,0 0 0,0 0 0,0 0 0,0 1 0,0-1 0,0 0 0,0 0 0,0 0 0,0 0 0,0 0 0,0 1 0,0-1 0,0 0 0,0 0 0,-1 0 0,1 0 0,0 0 0,0 1 0,0-1 0,0 0 0,0 0 0,0 0 0,-18 17 0,-28 12 0,-90 44 0,80-45 0,-41 21-16,-1083 520-884,1150-559 900,29-12 0,6-3 0,49-32 0,679-323 153,-729 359-143,45-22 178,1 2 1,0 3-1,104-24 0,-153 41-188,1 1 0,0 0 0,0-1 0,-1 1 0,1 0 0,0-1 0,0 1 0,-1 0 0,1 1 0,0-1 0,0 0 0,-1 0 0,1 1 0,0-1 0,0 1 0,2 1 0,-4-1 0,0 0 0,0 0 0,0 1 0,-1-1 0,1 0 0,0 0 0,-1 1 0,1-1 0,-1 0 0,1 0 0,-1 0 0,1 0 0,-1 0 0,0 1 0,0-1 0,0 0 0,1-1 0,-1 1 0,0 0 0,0 0 0,-2 1 0,-25 24 0,-1-2 0,-1 0 0,-42 24 0,-23 17 0,62-38 0,22-17 0,1-1 0,-2-1 0,1 0 0,-1 0 0,-16 7 0,27-14 0,-1-1 0,1 1 0,0 0 0,-1 0 0,1 0 0,0 0 0,0 0 0,0 1 0,0-1 0,0 0 0,0 0 0,0 1 0,0-1 0,0 1 0,1-1 0,-1 1 0,1-1 0,-2 4 0,-5 12 0,-18 26 6,-3-1 1,0-1-1,-63 66 0,-120 99-116,200-195 96,-540 491-484,535-485 498,16-17 0,0 0 0,0 0 0,0 0 0,0 0 0,0 0 0,0 0 0,1 0 0,-1 0 0,0 0 0,0 0 0,0 0 0,0 0 0,0 0 0,0 0 0,0 0 0,0 0 0,0 0 0,0 0 0,0 0 0,0 0 0,0 0 0,1 0 0,-1 0 0,0 0 0,0 0 0,0 0 0,0 0 0,0 0 0,0 0 0,0 0 0,0 0 0,0 0 0,0 0 0,0 0 0,0 1 0,34-25 0,-30 22 0,1042-630-495,-997 606 495,1-3 0,2 3 0,0 2 0,61-19 0,-82 38 296,-30 5-339,0 0-1,-1 0 1,1 0-1,0 0 0,-1 0 1,1 0-1,0 0 1,-1 1-1,1-1 1,0 0-1,-1 0 1,1 1-1,0-1 1,-1 0-1,1 1 1,-1-1-1,1 1 1,0-1-1,-1 0 1,1 1-1,-1 0 1,0-1-1,1 1 1,-1-1-1,1 1 1,-1-1-1,0 1 1,1 0-1,-1-1 1,0 1-1,0 0 1,1-1-1,-1 2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453F-BD47-5E92-CCF0-2AB6A6880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43A98-EA9D-EA54-A1C3-657C278CB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9B36A-BF06-AD5D-59E2-B7F617DC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47753-B474-48EB-DBFE-51FB96E5A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3050D-0948-D003-E167-EA779C06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98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758F-2F56-F091-9412-55A2B0EF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15EC2-EDFD-F31B-0D52-42B975F7D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7CC7C-D15A-9058-278A-34B26EE5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D02CD-AC65-5FF2-A771-18124DFF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D9DFC-785C-9BE7-E36D-CCF76C0D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43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445FA-AEB0-AAEE-9C6B-887C374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99C01-05BC-40A6-6D6B-B64AA075E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80843-2F6E-0DF9-D327-5358EA91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BEF16-021D-54C2-6B33-01231D86A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1CAEB-5396-C1B6-4652-5B6FEE4E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08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8C6C-C373-76F8-8B47-BD1FA7B4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A92BC-1377-9C49-81ED-B5E583ABA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0802A-4DAB-0348-DD68-55D1BA096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BA29D-EBA7-A975-15B0-4E2356D1C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4C68-E772-8934-3137-E42821D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910E2-20C4-2793-EA44-ECB6DD891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0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C0AA-A659-094F-86E3-87557D8E2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8823E-43FC-B243-23B1-5CBC0635D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44FD6-8F03-4A5F-3923-5685857D5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FA143-9B78-29BC-A565-0AEBE1BE2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A2447-B1D0-BBD2-ED15-E67F6E8D5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CBA8A4-9297-BBDB-4793-7C0A1472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7942C8-E857-1423-5B31-089EB9F0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4CEED-D59C-EB15-A6C6-93D4960C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9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99E8-77B8-EA40-7289-E5B82215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4F2B8-683A-D4C8-BBFC-CCD0213D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B2462-1CF6-E687-6F4D-A07DDA3D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56720-B69A-C5B1-472A-7639680E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83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30D5F-7880-EE87-C7DF-06F9404F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14EE1C-A33C-049E-2DED-9772A1BE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8DE77-1409-4847-98C7-EA7FDB17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663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BD43-918A-4979-6889-03162C44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846B-66A2-595A-22F8-A5E3779EA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94610-BACF-2453-54BB-7768DC652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A1D19-8B55-1708-3DCE-1997631F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DB6BE-FBC4-D77B-CDD8-B2711BD6C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23AE2-8321-7F54-1E49-56DEC672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39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9808-345A-70AA-F54D-C6E46970B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569938-41DD-A582-9217-1A5842900B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A4EA8-16FC-2CA3-09FF-E84364F06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47227-147F-59F1-E148-B82F8C1F9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94866-DB44-08D8-2EE1-6251BF7C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0A8AC-BC11-1ED3-FB64-A29A6246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93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5F3B-046B-38F9-C38D-B6337146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E3199-929E-51CF-7502-59BE16B37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30359-07F0-74B5-6D63-E9D52B298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D5B0D-1922-3636-BE6D-23692C1F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3D85F-F3FC-2CD5-972B-459B46CA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41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CDD9EC-2E78-FDB5-3961-5DB4E0601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BF1-76E3-8E57-ED08-544E2FA2C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4A534-B04E-CE68-C6D6-274B9DCE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72580-6A30-5D4F-A821-F577EA1E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359F-7009-DA6A-95E0-F326224C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41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ED106C-13D3-D720-789C-74BAEA5DF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BA488-398F-DCC2-011C-F8EEC1E52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E724D-C357-DBF3-C0CD-FBF2847B4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5CEA3-70B1-4662-8C7D-C62CF2B4942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04275-89BA-426F-A441-5F36E5E39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27691-952C-BFA5-752A-F85C77355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45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42" Type="http://schemas.openxmlformats.org/officeDocument/2006/relationships/image" Target="../media/image21.png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22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B3B851-E7F0-B6EA-0016-55174298AB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F5337D-73F3-3D25-98FE-AAD29E68A3B4}"/>
                  </a:ext>
                </a:extLst>
              </p14:cNvPr>
              <p14:cNvContentPartPr/>
              <p14:nvPr/>
            </p14:nvContentPartPr>
            <p14:xfrm>
              <a:off x="3179497" y="3979308"/>
              <a:ext cx="1523520" cy="517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F5337D-73F3-3D25-98FE-AAD29E68A3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16857" y="3916668"/>
                <a:ext cx="1649160" cy="64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17F195-57E2-0A4A-CCB1-4E42EAC5C53A}"/>
                  </a:ext>
                </a:extLst>
              </p14:cNvPr>
              <p14:cNvContentPartPr/>
              <p14:nvPr/>
            </p14:nvContentPartPr>
            <p14:xfrm>
              <a:off x="3329977" y="4016388"/>
              <a:ext cx="1846800" cy="439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17F195-57E2-0A4A-CCB1-4E42EAC5C5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66977" y="3953748"/>
                <a:ext cx="1972440" cy="56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982BFC1-27F4-B689-60DE-B4FEC57CD072}"/>
                  </a:ext>
                </a:extLst>
              </p14:cNvPr>
              <p14:cNvContentPartPr/>
              <p14:nvPr/>
            </p14:nvContentPartPr>
            <p14:xfrm>
              <a:off x="4552897" y="4274508"/>
              <a:ext cx="1089360" cy="285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982BFC1-27F4-B689-60DE-B4FEC57CD07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90257" y="4211868"/>
                <a:ext cx="12150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C81A789-6534-FABF-9B0F-A73F23AB55CB}"/>
                  </a:ext>
                </a:extLst>
              </p14:cNvPr>
              <p14:cNvContentPartPr/>
              <p14:nvPr/>
            </p14:nvContentPartPr>
            <p14:xfrm>
              <a:off x="5588617" y="3939708"/>
              <a:ext cx="2585520" cy="789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C81A789-6534-FABF-9B0F-A73F23AB55C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25977" y="3876708"/>
                <a:ext cx="2711160" cy="9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944AFE5-CC20-1FF5-7E2B-853FF7077CBB}"/>
                  </a:ext>
                </a:extLst>
              </p14:cNvPr>
              <p14:cNvContentPartPr/>
              <p14:nvPr/>
            </p14:nvContentPartPr>
            <p14:xfrm>
              <a:off x="5976337" y="4121868"/>
              <a:ext cx="2428560" cy="961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944AFE5-CC20-1FF5-7E2B-853FF7077CB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13697" y="4059228"/>
                <a:ext cx="2554200" cy="10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7A5147D-39C5-676B-5712-1B9F484F14C0}"/>
                  </a:ext>
                </a:extLst>
              </p14:cNvPr>
              <p14:cNvContentPartPr/>
              <p14:nvPr/>
            </p14:nvContentPartPr>
            <p14:xfrm>
              <a:off x="7492657" y="4095228"/>
              <a:ext cx="1916640" cy="828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7A5147D-39C5-676B-5712-1B9F484F14C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29657" y="4032228"/>
                <a:ext cx="2042280" cy="9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0FF4F4C-2BD4-014D-E87E-1500CC8E8566}"/>
                  </a:ext>
                </a:extLst>
              </p14:cNvPr>
              <p14:cNvContentPartPr/>
              <p14:nvPr/>
            </p14:nvContentPartPr>
            <p14:xfrm>
              <a:off x="3550657" y="3802188"/>
              <a:ext cx="2525400" cy="670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0FF4F4C-2BD4-014D-E87E-1500CC8E856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88017" y="3739548"/>
                <a:ext cx="2651040" cy="79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602A94E-6AE9-3F06-35AB-422133C747BD}"/>
                  </a:ext>
                </a:extLst>
              </p14:cNvPr>
              <p14:cNvContentPartPr/>
              <p14:nvPr/>
            </p14:nvContentPartPr>
            <p14:xfrm>
              <a:off x="4562257" y="4070388"/>
              <a:ext cx="266400" cy="176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602A94E-6AE9-3F06-35AB-422133C747B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499617" y="4007388"/>
                <a:ext cx="39204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9CC75BC-2F74-969B-BCAD-B0823BB848EE}"/>
                  </a:ext>
                </a:extLst>
              </p14:cNvPr>
              <p14:cNvContentPartPr/>
              <p14:nvPr/>
            </p14:nvContentPartPr>
            <p14:xfrm>
              <a:off x="6038977" y="2964828"/>
              <a:ext cx="3666600" cy="1917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9CC75BC-2F74-969B-BCAD-B0823BB848E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976337" y="2902188"/>
                <a:ext cx="3792240" cy="20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D8D8772-2BEB-B12D-F670-8124D7B4C011}"/>
                  </a:ext>
                </a:extLst>
              </p14:cNvPr>
              <p14:cNvContentPartPr/>
              <p14:nvPr/>
            </p14:nvContentPartPr>
            <p14:xfrm>
              <a:off x="7421377" y="4111428"/>
              <a:ext cx="376200" cy="158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D8D8772-2BEB-B12D-F670-8124D7B4C01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358737" y="4048788"/>
                <a:ext cx="501840" cy="28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E3FA355A-AFC2-9BF3-C7C6-AEF061685460}"/>
              </a:ext>
            </a:extLst>
          </p:cNvPr>
          <p:cNvGrpSpPr/>
          <p:nvPr/>
        </p:nvGrpSpPr>
        <p:grpSpPr>
          <a:xfrm>
            <a:off x="6959137" y="3681948"/>
            <a:ext cx="3620160" cy="1181880"/>
            <a:chOff x="6959137" y="3681948"/>
            <a:chExt cx="3620160" cy="11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3257FA-69A6-5455-89B6-5AE5E3887E76}"/>
                    </a:ext>
                  </a:extLst>
                </p14:cNvPr>
                <p14:cNvContentPartPr/>
                <p14:nvPr/>
              </p14:nvContentPartPr>
              <p14:xfrm>
                <a:off x="6959137" y="3681948"/>
                <a:ext cx="1422360" cy="831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3257FA-69A6-5455-89B6-5AE5E3887E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896497" y="3619308"/>
                  <a:ext cx="1548000" cy="9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2CF7A23-BDE2-5ADC-3555-050372A3FADE}"/>
                    </a:ext>
                  </a:extLst>
                </p14:cNvPr>
                <p14:cNvContentPartPr/>
                <p14:nvPr/>
              </p14:nvContentPartPr>
              <p14:xfrm>
                <a:off x="8216977" y="4022148"/>
                <a:ext cx="2362320" cy="841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2CF7A23-BDE2-5ADC-3555-050372A3FAD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53977" y="3959508"/>
                  <a:ext cx="2487960" cy="9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BAB2CF-D2D2-602A-F99D-D217C975530B}"/>
                    </a:ext>
                  </a:extLst>
                </p14:cNvPr>
                <p14:cNvContentPartPr/>
                <p14:nvPr/>
              </p14:nvContentPartPr>
              <p14:xfrm>
                <a:off x="8670577" y="4148868"/>
                <a:ext cx="748800" cy="490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BAB2CF-D2D2-602A-F99D-D217C975530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07937" y="4085868"/>
                  <a:ext cx="874440" cy="616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BC06230-E031-A6B1-EB1E-F61F562898D0}"/>
              </a:ext>
            </a:extLst>
          </p:cNvPr>
          <p:cNvSpPr txBox="1"/>
          <p:nvPr/>
        </p:nvSpPr>
        <p:spPr>
          <a:xfrm>
            <a:off x="3616897" y="4011564"/>
            <a:ext cx="4844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GROCERY STORE MANAGEMENT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F998E08-3297-0F7C-7853-602260CD67C3}"/>
                  </a:ext>
                </a:extLst>
              </p14:cNvPr>
              <p14:cNvContentPartPr/>
              <p14:nvPr/>
            </p14:nvContentPartPr>
            <p14:xfrm>
              <a:off x="9317137" y="5948508"/>
              <a:ext cx="840240" cy="3747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F998E08-3297-0F7C-7853-602260CD67C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254137" y="5885508"/>
                <a:ext cx="965880" cy="50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6F9216F1-6B19-1D6C-0999-9C5A6B3B5E6E}"/>
              </a:ext>
            </a:extLst>
          </p:cNvPr>
          <p:cNvGrpSpPr/>
          <p:nvPr/>
        </p:nvGrpSpPr>
        <p:grpSpPr>
          <a:xfrm>
            <a:off x="8367457" y="5834388"/>
            <a:ext cx="2508840" cy="776520"/>
            <a:chOff x="8367457" y="5834388"/>
            <a:chExt cx="2508840" cy="77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BE9680-201F-F98D-BBF0-907D9CE79AC4}"/>
                    </a:ext>
                  </a:extLst>
                </p14:cNvPr>
                <p14:cNvContentPartPr/>
                <p14:nvPr/>
              </p14:nvContentPartPr>
              <p14:xfrm>
                <a:off x="8371057" y="5834388"/>
                <a:ext cx="1306080" cy="313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BE9680-201F-F98D-BBF0-907D9CE79AC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08057" y="5771748"/>
                  <a:ext cx="143172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259A5F9-C6B1-9AC0-98BD-5563B8A2A395}"/>
                    </a:ext>
                  </a:extLst>
                </p14:cNvPr>
                <p14:cNvContentPartPr/>
                <p14:nvPr/>
              </p14:nvContentPartPr>
              <p14:xfrm>
                <a:off x="8861017" y="5837628"/>
                <a:ext cx="357480" cy="573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259A5F9-C6B1-9AC0-98BD-5563B8A2A39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98017" y="5774988"/>
                  <a:ext cx="48312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01BAA98-6D09-5F25-4731-25580E3202BD}"/>
                    </a:ext>
                  </a:extLst>
                </p14:cNvPr>
                <p14:cNvContentPartPr/>
                <p14:nvPr/>
              </p14:nvContentPartPr>
              <p14:xfrm>
                <a:off x="10038937" y="5876148"/>
                <a:ext cx="837360" cy="312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01BAA98-6D09-5F25-4731-25580E3202B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76297" y="5813148"/>
                  <a:ext cx="96300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8084A75-7616-B452-0C98-75F42A03EF13}"/>
                    </a:ext>
                  </a:extLst>
                </p14:cNvPr>
                <p14:cNvContentPartPr/>
                <p14:nvPr/>
              </p14:nvContentPartPr>
              <p14:xfrm>
                <a:off x="9227857" y="5888388"/>
                <a:ext cx="1031040" cy="186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8084A75-7616-B452-0C98-75F42A03EF1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65217" y="5825388"/>
                  <a:ext cx="11566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AB51219-1D93-76DA-17A5-1A902C71E213}"/>
                    </a:ext>
                  </a:extLst>
                </p14:cNvPr>
                <p14:cNvContentPartPr/>
                <p14:nvPr/>
              </p14:nvContentPartPr>
              <p14:xfrm>
                <a:off x="8367457" y="5869668"/>
                <a:ext cx="1073880" cy="629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AB51219-1D93-76DA-17A5-1A902C71E21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04457" y="5807028"/>
                  <a:ext cx="119952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DB0273E-C7E8-401C-4F4F-4463218104D2}"/>
                    </a:ext>
                  </a:extLst>
                </p14:cNvPr>
                <p14:cNvContentPartPr/>
                <p14:nvPr/>
              </p14:nvContentPartPr>
              <p14:xfrm>
                <a:off x="9270697" y="6040308"/>
                <a:ext cx="650880" cy="570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DB0273E-C7E8-401C-4F4F-4463218104D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08057" y="5977308"/>
                  <a:ext cx="776520" cy="696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C610DDE-5EB8-D672-FE18-EF5D82F3A0F4}"/>
              </a:ext>
            </a:extLst>
          </p:cNvPr>
          <p:cNvSpPr txBox="1"/>
          <p:nvPr/>
        </p:nvSpPr>
        <p:spPr>
          <a:xfrm>
            <a:off x="8670577" y="5705946"/>
            <a:ext cx="2155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K. Hemanth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5DB5C4-40FA-874B-0113-013DAE6DF221}"/>
              </a:ext>
            </a:extLst>
          </p:cNvPr>
          <p:cNvSpPr txBox="1"/>
          <p:nvPr/>
        </p:nvSpPr>
        <p:spPr>
          <a:xfrm>
            <a:off x="8727997" y="6064638"/>
            <a:ext cx="1523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Batch</a:t>
            </a:r>
            <a:r>
              <a:rPr lang="en-IN" sz="2000" b="1" dirty="0"/>
              <a:t> : 456</a:t>
            </a:r>
          </a:p>
        </p:txBody>
      </p:sp>
    </p:spTree>
    <p:extLst>
      <p:ext uri="{BB962C8B-B14F-4D97-AF65-F5344CB8AC3E}">
        <p14:creationId xmlns:p14="http://schemas.microsoft.com/office/powerpoint/2010/main" val="3358929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B201-152C-5ED3-F0A7-572735BC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1256D3-A678-ED15-3203-3FF71D63C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101F60-E5E8-D543-AC4D-DF6258365FF4}"/>
              </a:ext>
            </a:extLst>
          </p:cNvPr>
          <p:cNvSpPr txBox="1"/>
          <p:nvPr/>
        </p:nvSpPr>
        <p:spPr>
          <a:xfrm>
            <a:off x="5240594" y="206477"/>
            <a:ext cx="1710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EEFB0-DAD8-C61B-E15D-E0E1AF23795D}"/>
              </a:ext>
            </a:extLst>
          </p:cNvPr>
          <p:cNvSpPr txBox="1"/>
          <p:nvPr/>
        </p:nvSpPr>
        <p:spPr>
          <a:xfrm>
            <a:off x="357809" y="729698"/>
            <a:ext cx="863870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Business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Objective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Data 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Er Diagram And Relationships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Analysis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6434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5BE78-8FAC-4EAB-D9B6-6658E1CC5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BC04CF-96F6-6B8A-898D-1E807E7CA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4F8529-47CB-6143-5604-E2173CDB566C}"/>
              </a:ext>
            </a:extLst>
          </p:cNvPr>
          <p:cNvSpPr txBox="1"/>
          <p:nvPr/>
        </p:nvSpPr>
        <p:spPr>
          <a:xfrm>
            <a:off x="4262284" y="157315"/>
            <a:ext cx="3667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Business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FE343-6DC6-84F0-D66E-5CD0865802F9}"/>
              </a:ext>
            </a:extLst>
          </p:cNvPr>
          <p:cNvSpPr txBox="1"/>
          <p:nvPr/>
        </p:nvSpPr>
        <p:spPr>
          <a:xfrm>
            <a:off x="235975" y="1270722"/>
            <a:ext cx="114325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Organizations generate large volumes of data from various sources such as sales, customers, and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Much of this data is not properly analyzed or utilized.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Lack of structured data processing leads to poor decision-making.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Businesses struggle to identify trends, performance gaps, and growth opportunities.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Absence of data-driven strategies impacts profitability and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232047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6634-D740-F67C-F534-F0BD8807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C65D23-CEE1-19F4-CA13-A6422AFB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7BB64A-3A7E-D4DC-10B8-7CFB2F8A3381}"/>
              </a:ext>
            </a:extLst>
          </p:cNvPr>
          <p:cNvSpPr txBox="1"/>
          <p:nvPr/>
        </p:nvSpPr>
        <p:spPr>
          <a:xfrm>
            <a:off x="4262284" y="157315"/>
            <a:ext cx="3667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F5AA5-FA4B-92E6-BFFE-2E0DC511ACF5}"/>
              </a:ext>
            </a:extLst>
          </p:cNvPr>
          <p:cNvSpPr txBox="1"/>
          <p:nvPr/>
        </p:nvSpPr>
        <p:spPr>
          <a:xfrm>
            <a:off x="235975" y="1270722"/>
            <a:ext cx="114325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Raw and unstructured data needs to be converted into meaningful insights.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must be cleaned, organized, and analyzed effectively.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Trends and patterns must be uncovered to support strategic decisions.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goal is to enable data-driven decision-making to improve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799721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88BFE-CD41-F615-76AB-BA93B9BBF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921A0C-E791-8CA1-6E38-D67260BEC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56967E-4EC9-3FA1-EC10-FB21E78FF975}"/>
              </a:ext>
            </a:extLst>
          </p:cNvPr>
          <p:cNvSpPr txBox="1"/>
          <p:nvPr/>
        </p:nvSpPr>
        <p:spPr>
          <a:xfrm>
            <a:off x="4965290" y="157317"/>
            <a:ext cx="2261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0953EA-43AE-809D-9043-02B2E93D8AED}"/>
              </a:ext>
            </a:extLst>
          </p:cNvPr>
          <p:cNvSpPr txBox="1"/>
          <p:nvPr/>
        </p:nvSpPr>
        <p:spPr>
          <a:xfrm>
            <a:off x="589935" y="1351508"/>
            <a:ext cx="69022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Evaluate Sales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Highlight Best-Selling Products.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Analyze High-Performing Categories.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Assess Supplier Efficiency.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Support Strategic Decisions with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 Track Revenue Growth Trends.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22986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3402-B3A4-62AC-948C-45B63CCA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B3697A-18D0-0390-A7D6-50BE58B89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736843-95A5-910E-ACD0-3BAC327E04E2}"/>
              </a:ext>
            </a:extLst>
          </p:cNvPr>
          <p:cNvSpPr txBox="1"/>
          <p:nvPr/>
        </p:nvSpPr>
        <p:spPr>
          <a:xfrm>
            <a:off x="4965289" y="157317"/>
            <a:ext cx="2836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Data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FD0E4-4DB4-4EF9-E8DF-D654FE30C249}"/>
              </a:ext>
            </a:extLst>
          </p:cNvPr>
          <p:cNvSpPr txBox="1"/>
          <p:nvPr/>
        </p:nvSpPr>
        <p:spPr>
          <a:xfrm>
            <a:off x="556591" y="993913"/>
            <a:ext cx="949198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The Dataset Consists Of 7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Products.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Suppliers.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Employees.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Orders.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Order Details.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Customers.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Categories.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303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A844-EFD6-DF0A-EFAE-2AD115B1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36B959-4325-5F6F-2B24-7710FC4F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B5AA55-839A-9704-309D-90D0126C52EA}"/>
              </a:ext>
            </a:extLst>
          </p:cNvPr>
          <p:cNvSpPr txBox="1"/>
          <p:nvPr/>
        </p:nvSpPr>
        <p:spPr>
          <a:xfrm>
            <a:off x="5009535" y="231283"/>
            <a:ext cx="2172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ER DAIGRAM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990F36-4C67-E035-9FD6-350B42DAD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5574"/>
            <a:ext cx="12191999" cy="556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30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7E52-A9C3-BD30-C4B4-6D5E6161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BF7325-02EF-8E61-9698-97778EAF9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880A31-2415-5349-F6A8-B7DAB6919549}"/>
              </a:ext>
            </a:extLst>
          </p:cNvPr>
          <p:cNvSpPr txBox="1"/>
          <p:nvPr/>
        </p:nvSpPr>
        <p:spPr>
          <a:xfrm>
            <a:off x="4665403" y="245806"/>
            <a:ext cx="4749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ER Diagram Relationships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A25917-7804-0CE7-A760-F2211FAB254F}"/>
              </a:ext>
            </a:extLst>
          </p:cNvPr>
          <p:cNvSpPr txBox="1"/>
          <p:nvPr/>
        </p:nvSpPr>
        <p:spPr>
          <a:xfrm>
            <a:off x="357809" y="707471"/>
            <a:ext cx="10873409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200" b="1" dirty="0"/>
              <a:t> </a:t>
            </a:r>
            <a:r>
              <a:rPr lang="en-IN" sz="2400" dirty="0"/>
              <a:t>One Supplier →Many Products</a:t>
            </a:r>
          </a:p>
          <a:p>
            <a:pPr marL="457200" indent="-457200">
              <a:buAutoNum type="arabicPeriod"/>
            </a:pPr>
            <a:endParaRPr lang="en-IN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One Category → Many Products</a:t>
            </a:r>
          </a:p>
          <a:p>
            <a:pPr marL="457200" indent="-457200">
              <a:buAutoNum type="arabicPeriod"/>
            </a:pPr>
            <a:endParaRPr lang="en-IN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One Customer → Many Orders</a:t>
            </a:r>
          </a:p>
          <a:p>
            <a:pPr marL="457200" indent="-457200">
              <a:buAutoNum type="arabicPeriod"/>
            </a:pPr>
            <a:endParaRPr lang="en-IN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One Employee → Many Orders</a:t>
            </a:r>
          </a:p>
          <a:p>
            <a:pPr marL="457200" indent="-457200">
              <a:buAutoNum type="arabicPeriod"/>
            </a:pPr>
            <a:endParaRPr lang="en-IN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One Order → Many Order Details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One Product → Many Order Details</a:t>
            </a:r>
            <a:endParaRPr lang="en-IN" sz="2400" dirty="0"/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This ER diagram represents one-to-many relationships where a single entity instance (like Supplier, Customer, or Order) is associated with multiple related entity instances (like Products, Orders, or Order Details).</a:t>
            </a:r>
            <a:endParaRPr lang="en-IN" sz="2400" dirty="0"/>
          </a:p>
          <a:p>
            <a:pPr marL="457200" indent="-457200">
              <a:buAutoNum type="arabicPeriod"/>
            </a:pPr>
            <a:endParaRPr lang="en-IN" sz="2400" b="1" dirty="0"/>
          </a:p>
          <a:p>
            <a:pPr marL="457200" indent="-457200">
              <a:buAutoNum type="arabicPeriod"/>
            </a:pP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82039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2898-C7DD-2D40-09A6-BF4B083D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5C31B1-6357-F77D-FCB5-739699799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B135C6-00F5-DDEB-4AA4-07FF4FB52600}"/>
              </a:ext>
            </a:extLst>
          </p:cNvPr>
          <p:cNvSpPr txBox="1"/>
          <p:nvPr/>
        </p:nvSpPr>
        <p:spPr>
          <a:xfrm>
            <a:off x="4665402" y="245806"/>
            <a:ext cx="2861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Analysis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8C080-23B6-118C-D925-CA51C057019D}"/>
              </a:ext>
            </a:extLst>
          </p:cNvPr>
          <p:cNvSpPr txBox="1"/>
          <p:nvPr/>
        </p:nvSpPr>
        <p:spPr>
          <a:xfrm>
            <a:off x="-54077" y="1944641"/>
            <a:ext cx="6617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Many Unique Customers Have Placed Orders?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94C3A2-C240-9ABE-2E2E-E5E6E988C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308" y="3374787"/>
            <a:ext cx="4591691" cy="1171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8EBCF7-8492-589B-332B-0E4AAADB6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896" y="5576563"/>
            <a:ext cx="1629002" cy="5620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A0CB18-B7AD-F146-B763-4A75439A64F5}"/>
              </a:ext>
            </a:extLst>
          </p:cNvPr>
          <p:cNvSpPr txBox="1"/>
          <p:nvPr/>
        </p:nvSpPr>
        <p:spPr>
          <a:xfrm>
            <a:off x="157316" y="1191003"/>
            <a:ext cx="30971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1. Customer Insights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F439A-7E2D-30A8-527F-0AE7DCFACFF0}"/>
              </a:ext>
            </a:extLst>
          </p:cNvPr>
          <p:cNvSpPr txBox="1"/>
          <p:nvPr/>
        </p:nvSpPr>
        <p:spPr>
          <a:xfrm>
            <a:off x="924232" y="4853702"/>
            <a:ext cx="132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332A8-0B03-4E24-03F6-DEB38A4C483B}"/>
              </a:ext>
            </a:extLst>
          </p:cNvPr>
          <p:cNvSpPr txBox="1"/>
          <p:nvPr/>
        </p:nvSpPr>
        <p:spPr>
          <a:xfrm>
            <a:off x="924232" y="2859579"/>
            <a:ext cx="1071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</p:spTree>
    <p:extLst>
      <p:ext uri="{BB962C8B-B14F-4D97-AF65-F5344CB8AC3E}">
        <p14:creationId xmlns:p14="http://schemas.microsoft.com/office/powerpoint/2010/main" val="42164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16F57-6BA0-1937-DA70-659B2CCF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8B7194-2777-1298-D57A-77F817CD2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6EA52E-32A9-03EC-53DC-C7DA09C02714}"/>
              </a:ext>
            </a:extLst>
          </p:cNvPr>
          <p:cNvSpPr txBox="1"/>
          <p:nvPr/>
        </p:nvSpPr>
        <p:spPr>
          <a:xfrm>
            <a:off x="216310" y="730549"/>
            <a:ext cx="8750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Which Customers Have Placed The Highest Number Of Orders?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99ECE-32CE-E767-0DDA-E6BC921C4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01" y="2302866"/>
            <a:ext cx="5401429" cy="1552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D718D8-6E7F-3EC4-E803-C5F442154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801" y="4895521"/>
            <a:ext cx="3086531" cy="1162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4FA019-BD6E-D35B-4B8E-32E8E58FCB21}"/>
              </a:ext>
            </a:extLst>
          </p:cNvPr>
          <p:cNvSpPr txBox="1"/>
          <p:nvPr/>
        </p:nvSpPr>
        <p:spPr>
          <a:xfrm>
            <a:off x="865239" y="1593148"/>
            <a:ext cx="1307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3E22D-0C6E-7686-5E09-93961392D903}"/>
              </a:ext>
            </a:extLst>
          </p:cNvPr>
          <p:cNvSpPr txBox="1"/>
          <p:nvPr/>
        </p:nvSpPr>
        <p:spPr>
          <a:xfrm>
            <a:off x="865239" y="4190923"/>
            <a:ext cx="1209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342243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6746D-DD29-931D-5600-F5236961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E7E6E7-6A8A-230C-DFAD-42C96841E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D83156-E952-5546-33CE-179EF4BD32DB}"/>
              </a:ext>
            </a:extLst>
          </p:cNvPr>
          <p:cNvSpPr txBox="1"/>
          <p:nvPr/>
        </p:nvSpPr>
        <p:spPr>
          <a:xfrm>
            <a:off x="157314" y="499316"/>
            <a:ext cx="7688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Who Are The Top 5 Customers By Total Purchase Amount?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B1580B-189C-7174-3A97-4DF99DC4C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314" y="1474386"/>
            <a:ext cx="4134427" cy="24577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9945BF-E836-0B79-26BC-82F9350E5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314" y="4986893"/>
            <a:ext cx="3620005" cy="1371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A3CAFD-DCC7-5C1D-5972-CD21C271FAEC}"/>
              </a:ext>
            </a:extLst>
          </p:cNvPr>
          <p:cNvSpPr txBox="1"/>
          <p:nvPr/>
        </p:nvSpPr>
        <p:spPr>
          <a:xfrm>
            <a:off x="698090" y="1081548"/>
            <a:ext cx="1120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0D694-5995-2209-C001-0871BB5D740E}"/>
              </a:ext>
            </a:extLst>
          </p:cNvPr>
          <p:cNvSpPr txBox="1"/>
          <p:nvPr/>
        </p:nvSpPr>
        <p:spPr>
          <a:xfrm>
            <a:off x="698090" y="4322473"/>
            <a:ext cx="1120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208202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29EF-274E-4D66-0607-231DB2B3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BECE4A-E15C-DFDC-C4FF-790833286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C618A5-E0EC-15CA-F00E-B6417C663D24}"/>
              </a:ext>
            </a:extLst>
          </p:cNvPr>
          <p:cNvSpPr txBox="1"/>
          <p:nvPr/>
        </p:nvSpPr>
        <p:spPr>
          <a:xfrm>
            <a:off x="0" y="124770"/>
            <a:ext cx="415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2. Product Performance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3B1CD-9B9A-FEEA-9A22-1AE1D1BE062C}"/>
              </a:ext>
            </a:extLst>
          </p:cNvPr>
          <p:cNvSpPr txBox="1"/>
          <p:nvPr/>
        </p:nvSpPr>
        <p:spPr>
          <a:xfrm>
            <a:off x="0" y="772375"/>
            <a:ext cx="6479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Average Price Of Products By Category?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4AAD9-5B7B-3BC3-F106-820C90F38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498" y="1887132"/>
            <a:ext cx="5496692" cy="18576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52D97B-6C45-19C6-C66C-46C42C2C2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545" y="4723360"/>
            <a:ext cx="3686689" cy="13622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019946-DC86-D649-AF7B-3D4BFF187F3F}"/>
              </a:ext>
            </a:extLst>
          </p:cNvPr>
          <p:cNvSpPr txBox="1"/>
          <p:nvPr/>
        </p:nvSpPr>
        <p:spPr>
          <a:xfrm>
            <a:off x="751707" y="1358425"/>
            <a:ext cx="149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86EE0-A63D-DFD9-A4E4-9E2745F3F2F9}"/>
              </a:ext>
            </a:extLst>
          </p:cNvPr>
          <p:cNvSpPr txBox="1"/>
          <p:nvPr/>
        </p:nvSpPr>
        <p:spPr>
          <a:xfrm>
            <a:off x="751707" y="3957271"/>
            <a:ext cx="1170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1913179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E81BE-A5B1-F8F8-B0CD-B29559B0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0228B0-19D1-DA5B-3AB1-3B24E37CC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8DF5DE-216A-0880-4F6A-072436EFDCF9}"/>
              </a:ext>
            </a:extLst>
          </p:cNvPr>
          <p:cNvSpPr txBox="1"/>
          <p:nvPr/>
        </p:nvSpPr>
        <p:spPr>
          <a:xfrm>
            <a:off x="88489" y="353961"/>
            <a:ext cx="9488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Which Products Have The Highest Total Sales Volume (By Quantity)?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91D45-DA6D-5D87-0BB6-DAB70E7B9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316" y="1426936"/>
            <a:ext cx="6728241" cy="2309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ECC5F6-0B7A-A4EF-9D12-0797277A4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793" y="4651102"/>
            <a:ext cx="4414684" cy="1895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378B14-6BE0-1DF9-8FDD-F658B4FF7E46}"/>
              </a:ext>
            </a:extLst>
          </p:cNvPr>
          <p:cNvSpPr txBox="1"/>
          <p:nvPr/>
        </p:nvSpPr>
        <p:spPr>
          <a:xfrm>
            <a:off x="904568" y="875071"/>
            <a:ext cx="155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0226B-BEB2-CFF6-52B9-FC839225978C}"/>
              </a:ext>
            </a:extLst>
          </p:cNvPr>
          <p:cNvSpPr txBox="1"/>
          <p:nvPr/>
        </p:nvSpPr>
        <p:spPr>
          <a:xfrm>
            <a:off x="904567" y="4009014"/>
            <a:ext cx="155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 </a:t>
            </a:r>
          </a:p>
        </p:txBody>
      </p:sp>
    </p:spTree>
    <p:extLst>
      <p:ext uri="{BB962C8B-B14F-4D97-AF65-F5344CB8AC3E}">
        <p14:creationId xmlns:p14="http://schemas.microsoft.com/office/powerpoint/2010/main" val="684996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2DA85-8938-A89E-FE42-2C38FB5F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ED4D1D-60BD-0D4E-DD74-9E17F1942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1468B2-3E9E-8AA1-F5BC-10E4D06992C2}"/>
              </a:ext>
            </a:extLst>
          </p:cNvPr>
          <p:cNvSpPr txBox="1"/>
          <p:nvPr/>
        </p:nvSpPr>
        <p:spPr>
          <a:xfrm>
            <a:off x="0" y="226128"/>
            <a:ext cx="415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3. Sales and Order Trends</a:t>
            </a:r>
            <a:endParaRPr lang="en-IN" sz="24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D8B0D-B9B3-2ACB-0A5D-86FEAACE2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85" y="2575161"/>
            <a:ext cx="4572638" cy="333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9F0E44-F3DD-EB8D-EE97-9F59CAC97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2258" y="2365582"/>
            <a:ext cx="1505160" cy="543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4C14D8-755E-9081-063C-967280AC7100}"/>
              </a:ext>
            </a:extLst>
          </p:cNvPr>
          <p:cNvSpPr txBox="1"/>
          <p:nvPr/>
        </p:nvSpPr>
        <p:spPr>
          <a:xfrm>
            <a:off x="363793" y="3855009"/>
            <a:ext cx="5004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Average Value Per Order?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A1B869-94CE-998B-E85C-D40F74DA7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0182" y="5169911"/>
            <a:ext cx="1228896" cy="523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1E6891-CE0B-3838-C14C-1E34431F70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70" y="5265174"/>
            <a:ext cx="5992061" cy="4286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89008D-AE95-0570-6621-56319327B044}"/>
              </a:ext>
            </a:extLst>
          </p:cNvPr>
          <p:cNvSpPr txBox="1"/>
          <p:nvPr/>
        </p:nvSpPr>
        <p:spPr>
          <a:xfrm>
            <a:off x="285134" y="1082871"/>
            <a:ext cx="556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Many Orders Have Been Placed In Total?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6B92C-1DB2-F716-B594-7941B424756D}"/>
              </a:ext>
            </a:extLst>
          </p:cNvPr>
          <p:cNvSpPr txBox="1"/>
          <p:nvPr/>
        </p:nvSpPr>
        <p:spPr>
          <a:xfrm>
            <a:off x="506360" y="1895300"/>
            <a:ext cx="158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95CF9-63B4-A684-E638-24FEE1E20BF3}"/>
              </a:ext>
            </a:extLst>
          </p:cNvPr>
          <p:cNvSpPr txBox="1"/>
          <p:nvPr/>
        </p:nvSpPr>
        <p:spPr>
          <a:xfrm>
            <a:off x="7226297" y="1895300"/>
            <a:ext cx="126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2BA0DD-DFBD-DFD8-E297-833A785CDEB6}"/>
              </a:ext>
            </a:extLst>
          </p:cNvPr>
          <p:cNvSpPr txBox="1"/>
          <p:nvPr/>
        </p:nvSpPr>
        <p:spPr>
          <a:xfrm>
            <a:off x="506360" y="4700006"/>
            <a:ext cx="1474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9D784A-C5C2-6DCC-7876-FDBF80B75549}"/>
              </a:ext>
            </a:extLst>
          </p:cNvPr>
          <p:cNvSpPr txBox="1"/>
          <p:nvPr/>
        </p:nvSpPr>
        <p:spPr>
          <a:xfrm>
            <a:off x="7561286" y="4700006"/>
            <a:ext cx="1228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3774981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638B-9B73-7445-1EDF-900A3559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F088D-9493-AAFB-C61B-A6C72ECCD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1481F0-59EB-E265-BA53-7E136B73074C}"/>
              </a:ext>
            </a:extLst>
          </p:cNvPr>
          <p:cNvSpPr txBox="1"/>
          <p:nvPr/>
        </p:nvSpPr>
        <p:spPr>
          <a:xfrm>
            <a:off x="176980" y="698090"/>
            <a:ext cx="6990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 Which Dates Were The Most Orders Placed?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2A3B2-EF92-023D-706B-CE5000627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197" y="2147000"/>
            <a:ext cx="4172532" cy="1019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7F2A67-6E8C-5C16-C197-E21529BCE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023" y="4684232"/>
            <a:ext cx="3485094" cy="18095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9F738B-05CA-CE50-C990-1612F03F3916}"/>
              </a:ext>
            </a:extLst>
          </p:cNvPr>
          <p:cNvSpPr txBox="1"/>
          <p:nvPr/>
        </p:nvSpPr>
        <p:spPr>
          <a:xfrm>
            <a:off x="462557" y="1437934"/>
            <a:ext cx="111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EFF88-A301-4274-3777-C8CB5617DBFA}"/>
              </a:ext>
            </a:extLst>
          </p:cNvPr>
          <p:cNvSpPr txBox="1"/>
          <p:nvPr/>
        </p:nvSpPr>
        <p:spPr>
          <a:xfrm>
            <a:off x="462557" y="3923071"/>
            <a:ext cx="111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1684193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81E2F-F799-FF2B-6FB4-6D1D448DB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D2FD71-3A74-8397-F937-F0E76CFC9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15DE06-DEC8-8A2B-2C8E-CA67B5005940}"/>
              </a:ext>
            </a:extLst>
          </p:cNvPr>
          <p:cNvSpPr txBox="1"/>
          <p:nvPr/>
        </p:nvSpPr>
        <p:spPr>
          <a:xfrm>
            <a:off x="147484" y="166260"/>
            <a:ext cx="4178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 4. Supplier Contribution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ADE41B-B7FF-4ECB-0EB5-D36DF5F2FB26}"/>
              </a:ext>
            </a:extLst>
          </p:cNvPr>
          <p:cNvSpPr txBox="1"/>
          <p:nvPr/>
        </p:nvSpPr>
        <p:spPr>
          <a:xfrm>
            <a:off x="147484" y="679222"/>
            <a:ext cx="5614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Which Supplier Provides The Most Products? </a:t>
            </a:r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09B727-5B6F-C6C7-1764-EBBB2CCA5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34" y="2138880"/>
            <a:ext cx="5458587" cy="1600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FB373A-43CA-F3DF-7F49-3A9BFCD2F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52" y="4695127"/>
            <a:ext cx="3210373" cy="13336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4412F4-44CC-9769-4133-19912B83300F}"/>
              </a:ext>
            </a:extLst>
          </p:cNvPr>
          <p:cNvSpPr txBox="1"/>
          <p:nvPr/>
        </p:nvSpPr>
        <p:spPr>
          <a:xfrm>
            <a:off x="537475" y="1458323"/>
            <a:ext cx="165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57A93F-549D-CB0F-6DDC-2C9017F1547B}"/>
              </a:ext>
            </a:extLst>
          </p:cNvPr>
          <p:cNvSpPr txBox="1"/>
          <p:nvPr/>
        </p:nvSpPr>
        <p:spPr>
          <a:xfrm>
            <a:off x="537475" y="4014570"/>
            <a:ext cx="138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4140466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83C5-604E-BE80-1A8C-5E638BA9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3D076B-7BC5-FE49-3E7C-4C2965DE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E01FE7-A9EF-A338-0C1A-07C758B9E91B}"/>
              </a:ext>
            </a:extLst>
          </p:cNvPr>
          <p:cNvSpPr txBox="1"/>
          <p:nvPr/>
        </p:nvSpPr>
        <p:spPr>
          <a:xfrm>
            <a:off x="0" y="324513"/>
            <a:ext cx="7806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Average Price Of Products From Each Supplier?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51ADE-58A1-48A6-4BD9-3D4B6D263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058" y="1472438"/>
            <a:ext cx="2705478" cy="1381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BBB84A-D0C1-EE7F-E2CD-7C6FFDAB9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45" y="1472438"/>
            <a:ext cx="5639587" cy="16385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B0C63D-0DE4-9A32-6CC7-D831E86B4168}"/>
              </a:ext>
            </a:extLst>
          </p:cNvPr>
          <p:cNvSpPr txBox="1"/>
          <p:nvPr/>
        </p:nvSpPr>
        <p:spPr>
          <a:xfrm>
            <a:off x="0" y="3537660"/>
            <a:ext cx="8947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Which Suppliers Contribute The Most To Total Product Sales (By Revenue)? </a:t>
            </a:r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F81F93-0185-C699-77B1-B9E9438F4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058" y="4713956"/>
            <a:ext cx="2772162" cy="1343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DBA07F-ACD4-3395-16D1-2EDD0DBB50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7522" y="4574104"/>
            <a:ext cx="5220429" cy="20386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D2FF2E-9AFD-8FD6-17D2-0B80E8E97ADE}"/>
              </a:ext>
            </a:extLst>
          </p:cNvPr>
          <p:cNvSpPr txBox="1"/>
          <p:nvPr/>
        </p:nvSpPr>
        <p:spPr>
          <a:xfrm>
            <a:off x="491613" y="973291"/>
            <a:ext cx="123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382A2-ECCB-89BF-400A-3DDA17188F51}"/>
              </a:ext>
            </a:extLst>
          </p:cNvPr>
          <p:cNvSpPr txBox="1"/>
          <p:nvPr/>
        </p:nvSpPr>
        <p:spPr>
          <a:xfrm>
            <a:off x="491613" y="4125520"/>
            <a:ext cx="165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577D41-6DDE-3E9F-2287-C6D10A46A70D}"/>
              </a:ext>
            </a:extLst>
          </p:cNvPr>
          <p:cNvSpPr txBox="1"/>
          <p:nvPr/>
        </p:nvSpPr>
        <p:spPr>
          <a:xfrm>
            <a:off x="7474582" y="973291"/>
            <a:ext cx="1472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DE5C82-CB32-1889-E868-4FA1C44266E8}"/>
              </a:ext>
            </a:extLst>
          </p:cNvPr>
          <p:cNvSpPr txBox="1"/>
          <p:nvPr/>
        </p:nvSpPr>
        <p:spPr>
          <a:xfrm>
            <a:off x="7474582" y="4259737"/>
            <a:ext cx="1868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2439281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6B734-4446-D6CC-0C3C-CB4FA108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290051-CBBE-A213-7C95-4D4133158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F514B0-5305-386E-F69D-5F43313DD547}"/>
              </a:ext>
            </a:extLst>
          </p:cNvPr>
          <p:cNvSpPr txBox="1"/>
          <p:nvPr/>
        </p:nvSpPr>
        <p:spPr>
          <a:xfrm>
            <a:off x="-2623" y="44323"/>
            <a:ext cx="4237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5. Employee Performance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CB5C6B-1319-2000-C7AA-02AA85F2B1FE}"/>
              </a:ext>
            </a:extLst>
          </p:cNvPr>
          <p:cNvSpPr txBox="1"/>
          <p:nvPr/>
        </p:nvSpPr>
        <p:spPr>
          <a:xfrm>
            <a:off x="204765" y="522974"/>
            <a:ext cx="6233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Which Employees Have Handled The Most Orders?</a:t>
            </a:r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59F8D3-C58D-A970-190C-BD6C7F5D9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287" y="4222852"/>
            <a:ext cx="3429479" cy="2324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80BF35-2D4D-3921-A7AC-2839A0C90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287" y="1477440"/>
            <a:ext cx="5801535" cy="22577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CEB11C-3DB1-88A2-405C-E7E005EFEF10}"/>
              </a:ext>
            </a:extLst>
          </p:cNvPr>
          <p:cNvSpPr txBox="1"/>
          <p:nvPr/>
        </p:nvSpPr>
        <p:spPr>
          <a:xfrm>
            <a:off x="420824" y="951489"/>
            <a:ext cx="1520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D70555-AF97-DDF8-BAB1-7B48D4A1D3FA}"/>
              </a:ext>
            </a:extLst>
          </p:cNvPr>
          <p:cNvSpPr txBox="1"/>
          <p:nvPr/>
        </p:nvSpPr>
        <p:spPr>
          <a:xfrm>
            <a:off x="319428" y="3735180"/>
            <a:ext cx="1622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3745345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43EEF-B049-BEC9-3C7C-1013022E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91A8F3-85A3-6291-FA70-C3A9D8205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CF2A1E-F890-1B31-6A9F-803915A4BD1B}"/>
              </a:ext>
            </a:extLst>
          </p:cNvPr>
          <p:cNvSpPr txBox="1"/>
          <p:nvPr/>
        </p:nvSpPr>
        <p:spPr>
          <a:xfrm>
            <a:off x="0" y="218731"/>
            <a:ext cx="7669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What Is The Total Sales Value Processed By Each Employee? 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E8923-ADEB-3DFA-2B4B-3D35BE03B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03" y="1112047"/>
            <a:ext cx="5439534" cy="2105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0D95C5-CAC6-DDB8-6895-AD4922731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442" y="1065067"/>
            <a:ext cx="2838846" cy="23434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505F76-AB15-A880-28BB-3799C8589941}"/>
              </a:ext>
            </a:extLst>
          </p:cNvPr>
          <p:cNvSpPr txBox="1"/>
          <p:nvPr/>
        </p:nvSpPr>
        <p:spPr>
          <a:xfrm>
            <a:off x="0" y="3356053"/>
            <a:ext cx="7118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Average Order Value Handled Per Employee?</a:t>
            </a:r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D61390-3D30-5881-7A00-48A7B641D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303" y="4550833"/>
            <a:ext cx="6058746" cy="1962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7E446E-A909-0734-A844-F4F6739CA7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600" y="4066786"/>
            <a:ext cx="2781688" cy="22863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809838-465A-22D3-3843-797212A1B7DC}"/>
              </a:ext>
            </a:extLst>
          </p:cNvPr>
          <p:cNvSpPr txBox="1"/>
          <p:nvPr/>
        </p:nvSpPr>
        <p:spPr>
          <a:xfrm>
            <a:off x="430931" y="695735"/>
            <a:ext cx="1317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F07B55-AF5C-65AF-EC54-93B690F30EB3}"/>
              </a:ext>
            </a:extLst>
          </p:cNvPr>
          <p:cNvSpPr txBox="1"/>
          <p:nvPr/>
        </p:nvSpPr>
        <p:spPr>
          <a:xfrm>
            <a:off x="7361710" y="695735"/>
            <a:ext cx="123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17CA5-B5B6-A37A-C69C-7229C30E21BE}"/>
              </a:ext>
            </a:extLst>
          </p:cNvPr>
          <p:cNvSpPr txBox="1"/>
          <p:nvPr/>
        </p:nvSpPr>
        <p:spPr>
          <a:xfrm>
            <a:off x="430931" y="4012036"/>
            <a:ext cx="1317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AAC9F5-18D0-3AFB-0DFE-1A91F6779044}"/>
              </a:ext>
            </a:extLst>
          </p:cNvPr>
          <p:cNvSpPr txBox="1"/>
          <p:nvPr/>
        </p:nvSpPr>
        <p:spPr>
          <a:xfrm>
            <a:off x="7404070" y="3697454"/>
            <a:ext cx="1154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55832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44A15-4682-2E0F-374F-436151609D60}"/>
              </a:ext>
            </a:extLst>
          </p:cNvPr>
          <p:cNvSpPr txBox="1"/>
          <p:nvPr/>
        </p:nvSpPr>
        <p:spPr>
          <a:xfrm>
            <a:off x="0" y="161722"/>
            <a:ext cx="4129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6. Order Details Deep Dive </a:t>
            </a:r>
            <a:endParaRPr lang="en-IN" sz="24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69BA9D-F89A-1B1F-9E42-45A445B44502}"/>
              </a:ext>
            </a:extLst>
          </p:cNvPr>
          <p:cNvSpPr txBox="1"/>
          <p:nvPr/>
        </p:nvSpPr>
        <p:spPr>
          <a:xfrm>
            <a:off x="0" y="943896"/>
            <a:ext cx="8160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Relationship Between Quantity Ordered And Total Price? 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143FF4-B192-D73F-5A09-59599E441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36" y="2126180"/>
            <a:ext cx="5372850" cy="1047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D7B634-4C21-A528-6DC2-5C2A85B38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32" y="1966462"/>
            <a:ext cx="2086266" cy="12670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C19C7B-DD68-443D-7DD1-6BB7393AE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63" y="4876524"/>
            <a:ext cx="6973273" cy="15337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DC0543C-0847-05C5-917A-72EDF06D1CFF}"/>
              </a:ext>
            </a:extLst>
          </p:cNvPr>
          <p:cNvSpPr txBox="1"/>
          <p:nvPr/>
        </p:nvSpPr>
        <p:spPr>
          <a:xfrm>
            <a:off x="0" y="3454834"/>
            <a:ext cx="7089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Average Quantity Ordered Per Product? </a:t>
            </a:r>
            <a:endParaRPr lang="en-IN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F36584D-EA15-D273-AAC5-56C94564A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575968-3501-B62A-35F6-423D4DED97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2625" y="4085839"/>
            <a:ext cx="3448531" cy="23244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C7571B-0E51-7761-2056-150DF6C11E98}"/>
              </a:ext>
            </a:extLst>
          </p:cNvPr>
          <p:cNvSpPr txBox="1"/>
          <p:nvPr/>
        </p:nvSpPr>
        <p:spPr>
          <a:xfrm>
            <a:off x="593750" y="1494503"/>
            <a:ext cx="1333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05DA44-A9D7-B377-9EEF-E8FB3E869A51}"/>
              </a:ext>
            </a:extLst>
          </p:cNvPr>
          <p:cNvSpPr txBox="1"/>
          <p:nvPr/>
        </p:nvSpPr>
        <p:spPr>
          <a:xfrm>
            <a:off x="7374194" y="1573161"/>
            <a:ext cx="117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06C03-4E16-DE3F-8CAC-650B34F348C8}"/>
              </a:ext>
            </a:extLst>
          </p:cNvPr>
          <p:cNvSpPr txBox="1"/>
          <p:nvPr/>
        </p:nvSpPr>
        <p:spPr>
          <a:xfrm>
            <a:off x="593750" y="4225371"/>
            <a:ext cx="122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Query :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578A7-BA71-44D8-6C83-780F7F488CC6}"/>
              </a:ext>
            </a:extLst>
          </p:cNvPr>
          <p:cNvSpPr txBox="1"/>
          <p:nvPr/>
        </p:nvSpPr>
        <p:spPr>
          <a:xfrm>
            <a:off x="7261122" y="3687962"/>
            <a:ext cx="179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2906903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FED121-EC5B-A7C2-9506-3A6E3E1E5860}"/>
              </a:ext>
            </a:extLst>
          </p:cNvPr>
          <p:cNvSpPr txBox="1"/>
          <p:nvPr/>
        </p:nvSpPr>
        <p:spPr>
          <a:xfrm>
            <a:off x="98322" y="348908"/>
            <a:ext cx="9566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Find Orders Where Total Purchase Value Is Above The Overall Average Order Value.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54DF6-13BE-6378-1029-AA41BA107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147" y="3240353"/>
            <a:ext cx="1799151" cy="36176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E08860-E211-66FF-18C8-7AD39DE69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895" y="1231568"/>
            <a:ext cx="4086147" cy="16394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092A93-593F-000A-3FDB-7106A83E6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19B440-4298-EBF7-B2BC-402415C77833}"/>
              </a:ext>
            </a:extLst>
          </p:cNvPr>
          <p:cNvSpPr txBox="1"/>
          <p:nvPr/>
        </p:nvSpPr>
        <p:spPr>
          <a:xfrm>
            <a:off x="639097" y="970390"/>
            <a:ext cx="136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A089A-681D-B71F-5234-FC7FF37809C2}"/>
              </a:ext>
            </a:extLst>
          </p:cNvPr>
          <p:cNvSpPr txBox="1"/>
          <p:nvPr/>
        </p:nvSpPr>
        <p:spPr>
          <a:xfrm>
            <a:off x="639096" y="2871020"/>
            <a:ext cx="1052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3567831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76912-A5D4-2624-0F2D-84300048B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8721B8-3A04-A497-1CC2-58B4D68D2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20095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3540FE-45F5-7A23-F92B-B88A8E80D4EA}"/>
              </a:ext>
            </a:extLst>
          </p:cNvPr>
          <p:cNvSpPr txBox="1"/>
          <p:nvPr/>
        </p:nvSpPr>
        <p:spPr>
          <a:xfrm>
            <a:off x="4601496" y="186813"/>
            <a:ext cx="2989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Challenges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0507F-8B73-4994-6E77-D689340A9EAB}"/>
              </a:ext>
            </a:extLst>
          </p:cNvPr>
          <p:cNvSpPr txBox="1"/>
          <p:nvPr/>
        </p:nvSpPr>
        <p:spPr>
          <a:xfrm>
            <a:off x="218661" y="1093304"/>
            <a:ext cx="119733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Crafted JOIN Queries To Combine Multiple Tables.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Utilized Aggregate Functions With Group By And Having For Data Summarization.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Compared Summarized Results Using Subqueries And Ctes.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 Ensured Precise Revenue And Total Calculations.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 Differentiated The Use Of Where And Having Clauses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2603946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2551B-E694-54CD-2F1B-F01352207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55E31-AC56-6B67-F014-F81462D39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20095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9E294E-2A2B-048A-34D9-090C2280768C}"/>
              </a:ext>
            </a:extLst>
          </p:cNvPr>
          <p:cNvSpPr txBox="1"/>
          <p:nvPr/>
        </p:nvSpPr>
        <p:spPr>
          <a:xfrm>
            <a:off x="4601496" y="186813"/>
            <a:ext cx="2989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Insights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D86BD-02D4-97D7-5D2F-1BAC8B667911}"/>
              </a:ext>
            </a:extLst>
          </p:cNvPr>
          <p:cNvSpPr txBox="1"/>
          <p:nvPr/>
        </p:nvSpPr>
        <p:spPr>
          <a:xfrm>
            <a:off x="218661" y="1093304"/>
            <a:ext cx="119733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small group of customers generates most of the total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Some products and categories perform better than others in sales and profit.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few suppliers contribute the majority of product supply and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Sales trends show peak order dates and average order value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Employee performance affects overall sales and business efficiency.</a:t>
            </a:r>
          </a:p>
        </p:txBody>
      </p:sp>
    </p:spTree>
    <p:extLst>
      <p:ext uri="{BB962C8B-B14F-4D97-AF65-F5344CB8AC3E}">
        <p14:creationId xmlns:p14="http://schemas.microsoft.com/office/powerpoint/2010/main" val="3514160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0C77FC-BFED-5A60-AB33-21189E51EB80}"/>
              </a:ext>
            </a:extLst>
          </p:cNvPr>
          <p:cNvSpPr txBox="1"/>
          <p:nvPr/>
        </p:nvSpPr>
        <p:spPr>
          <a:xfrm>
            <a:off x="4449097" y="112017"/>
            <a:ext cx="32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7AF52-AEED-17C1-3727-4827332846AF}"/>
              </a:ext>
            </a:extLst>
          </p:cNvPr>
          <p:cNvSpPr txBox="1"/>
          <p:nvPr/>
        </p:nvSpPr>
        <p:spPr>
          <a:xfrm>
            <a:off x="422787" y="1268362"/>
            <a:ext cx="1075649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Analyze revenue trends to forecast future growth.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Identify opportunities to increase customer retention.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 Detect sales fluctuations and seasonal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Support management with clear dashboards.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Optimize pricing strategies based on sales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Identify cost-saving opportunities across operations.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D3254A-19CE-F6E8-1D92-083166C81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20095"/>
            <a:ext cx="214342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13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06CEB-29E1-6021-78C5-7797A144D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22B2C3-FBCC-FD6F-2322-54F167A37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99AAD1-8639-D9CE-36D9-50EDA97C60D6}"/>
              </a:ext>
            </a:extLst>
          </p:cNvPr>
          <p:cNvSpPr txBox="1"/>
          <p:nvPr/>
        </p:nvSpPr>
        <p:spPr>
          <a:xfrm>
            <a:off x="5043948" y="226142"/>
            <a:ext cx="2104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E0EF8B-192C-4B66-6BAE-3A17E160D014}"/>
              </a:ext>
            </a:extLst>
          </p:cNvPr>
          <p:cNvSpPr txBox="1"/>
          <p:nvPr/>
        </p:nvSpPr>
        <p:spPr>
          <a:xfrm>
            <a:off x="327991" y="1053547"/>
            <a:ext cx="113206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Analyzed sales, customer, product, supplier, and employee data using SQL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Used joins, aggregations, subqueries, and CTEs to solve retail business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Identified key revenue drivers, top customers, and best-performing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Showed how a well-structured database supports accurate reporting and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Demonstrated SQL’s role in data-driven sales growth and operational improvement.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362452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79D19-80E3-D0A8-22E2-B04660ED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BB3DF0-2C46-D296-58DC-489070A70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5B5931-6FC2-05F8-411E-3BC474655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86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752</Words>
  <Application>Microsoft Office PowerPoint</Application>
  <PresentationFormat>Widescreen</PresentationFormat>
  <Paragraphs>181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Reddaveni Thirupathi</dc:creator>
  <cp:lastModifiedBy>Hemanth Kota</cp:lastModifiedBy>
  <cp:revision>2</cp:revision>
  <dcterms:created xsi:type="dcterms:W3CDTF">2026-02-12T09:47:35Z</dcterms:created>
  <dcterms:modified xsi:type="dcterms:W3CDTF">2026-02-13T09:19:12Z</dcterms:modified>
</cp:coreProperties>
</file>